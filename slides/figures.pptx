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o Francia" userId="fbe833e6-b551-4418-a2a7-4d1023d25bd4" providerId="ADAL" clId="{311254AA-4EF9-4254-B4D7-C74A03F1F869}"/>
    <pc:docChg chg="undo custSel addSld modSld sldOrd">
      <pc:chgData name="Matteo Francia" userId="fbe833e6-b551-4418-a2a7-4d1023d25bd4" providerId="ADAL" clId="{311254AA-4EF9-4254-B4D7-C74A03F1F869}" dt="2025-10-21T07:29:59.116" v="288" actId="207"/>
      <pc:docMkLst>
        <pc:docMk/>
      </pc:docMkLst>
      <pc:sldChg chg="addSp delSp modSp new mod ord">
        <pc:chgData name="Matteo Francia" userId="fbe833e6-b551-4418-a2a7-4d1023d25bd4" providerId="ADAL" clId="{311254AA-4EF9-4254-B4D7-C74A03F1F869}" dt="2025-10-07T06:52:38.147" v="5" actId="552"/>
        <pc:sldMkLst>
          <pc:docMk/>
          <pc:sldMk cId="3489260295" sldId="260"/>
        </pc:sldMkLst>
        <pc:spChg chg="del">
          <ac:chgData name="Matteo Francia" userId="fbe833e6-b551-4418-a2a7-4d1023d25bd4" providerId="ADAL" clId="{311254AA-4EF9-4254-B4D7-C74A03F1F869}" dt="2025-10-07T06:52:11.372" v="3" actId="478"/>
          <ac:spMkLst>
            <pc:docMk/>
            <pc:sldMk cId="3489260295" sldId="260"/>
            <ac:spMk id="2" creationId="{9064D62B-CDBA-4A2E-91AE-CA41601FB024}"/>
          </ac:spMkLst>
        </pc:spChg>
        <pc:spChg chg="del">
          <ac:chgData name="Matteo Francia" userId="fbe833e6-b551-4418-a2a7-4d1023d25bd4" providerId="ADAL" clId="{311254AA-4EF9-4254-B4D7-C74A03F1F869}" dt="2025-10-07T06:52:11.372" v="3" actId="478"/>
          <ac:spMkLst>
            <pc:docMk/>
            <pc:sldMk cId="3489260295" sldId="260"/>
            <ac:spMk id="3" creationId="{F8ED68B8-DC24-413A-98AD-D0C674CDB36D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4" creationId="{328B136E-0EF1-449D-B8CD-34C80C851327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5" creationId="{B59FCE38-D076-4501-BACD-903A43116EF0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6" creationId="{529CC3F4-03F9-4CEA-BB04-57E507F2EBF0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7" creationId="{0D1BCC33-7D80-43A0-AA25-FFFC022AE9EA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8" creationId="{667A2D1A-4DDC-4708-8589-DEE4A8670048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9" creationId="{C7C337A9-3F9D-450E-AF70-35E6EEF98CAF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10" creationId="{4F4BC64E-124B-4CBB-B534-23350DCFA10E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11" creationId="{4F868CD8-2C87-419A-825D-C7002355B957}"/>
          </ac:spMkLst>
        </pc:spChg>
        <pc:spChg chg="add mod">
          <ac:chgData name="Matteo Francia" userId="fbe833e6-b551-4418-a2a7-4d1023d25bd4" providerId="ADAL" clId="{311254AA-4EF9-4254-B4D7-C74A03F1F869}" dt="2025-10-07T06:52:38.147" v="5" actId="552"/>
          <ac:spMkLst>
            <pc:docMk/>
            <pc:sldMk cId="3489260295" sldId="260"/>
            <ac:spMk id="13" creationId="{6782E3DF-46B9-46A8-A8F3-B9953653CDF1}"/>
          </ac:spMkLst>
        </pc:spChg>
        <pc:spChg chg="add mod">
          <ac:chgData name="Matteo Francia" userId="fbe833e6-b551-4418-a2a7-4d1023d25bd4" providerId="ADAL" clId="{311254AA-4EF9-4254-B4D7-C74A03F1F869}" dt="2025-10-07T06:52:38.147" v="5" actId="552"/>
          <ac:spMkLst>
            <pc:docMk/>
            <pc:sldMk cId="3489260295" sldId="260"/>
            <ac:spMk id="14" creationId="{9491729C-B102-4164-A4B4-A47965957282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15" creationId="{5EEA6E57-1511-49AC-ABD8-7A5AEE76DFB4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16" creationId="{63177FD2-7A6E-4FB3-B189-9B2874A254F2}"/>
          </ac:spMkLst>
        </pc:spChg>
        <pc:spChg chg="add mod">
          <ac:chgData name="Matteo Francia" userId="fbe833e6-b551-4418-a2a7-4d1023d25bd4" providerId="ADAL" clId="{311254AA-4EF9-4254-B4D7-C74A03F1F869}" dt="2025-10-07T06:52:12.410" v="4"/>
          <ac:spMkLst>
            <pc:docMk/>
            <pc:sldMk cId="3489260295" sldId="260"/>
            <ac:spMk id="17" creationId="{A7E44423-813B-4C8C-8964-2FA85F6736C9}"/>
          </ac:spMkLst>
        </pc:spChg>
        <pc:picChg chg="add mod">
          <ac:chgData name="Matteo Francia" userId="fbe833e6-b551-4418-a2a7-4d1023d25bd4" providerId="ADAL" clId="{311254AA-4EF9-4254-B4D7-C74A03F1F869}" dt="2025-10-07T06:52:12.410" v="4"/>
          <ac:picMkLst>
            <pc:docMk/>
            <pc:sldMk cId="3489260295" sldId="260"/>
            <ac:picMk id="12" creationId="{4B569E36-E15D-4426-88C0-D7B96854281E}"/>
          </ac:picMkLst>
        </pc:picChg>
      </pc:sldChg>
      <pc:sldChg chg="addSp delSp modSp new mod">
        <pc:chgData name="Matteo Francia" userId="fbe833e6-b551-4418-a2a7-4d1023d25bd4" providerId="ADAL" clId="{311254AA-4EF9-4254-B4D7-C74A03F1F869}" dt="2025-10-21T07:29:59.116" v="288" actId="207"/>
        <pc:sldMkLst>
          <pc:docMk/>
          <pc:sldMk cId="3430071294" sldId="261"/>
        </pc:sldMkLst>
        <pc:spChg chg="del">
          <ac:chgData name="Matteo Francia" userId="fbe833e6-b551-4418-a2a7-4d1023d25bd4" providerId="ADAL" clId="{311254AA-4EF9-4254-B4D7-C74A03F1F869}" dt="2025-10-21T07:21:31.944" v="7" actId="478"/>
          <ac:spMkLst>
            <pc:docMk/>
            <pc:sldMk cId="3430071294" sldId="261"/>
            <ac:spMk id="2" creationId="{FA01AB42-FCF4-4C0A-8606-9014C40A3AB1}"/>
          </ac:spMkLst>
        </pc:spChg>
        <pc:spChg chg="del">
          <ac:chgData name="Matteo Francia" userId="fbe833e6-b551-4418-a2a7-4d1023d25bd4" providerId="ADAL" clId="{311254AA-4EF9-4254-B4D7-C74A03F1F869}" dt="2025-10-21T07:21:31.944" v="7" actId="478"/>
          <ac:spMkLst>
            <pc:docMk/>
            <pc:sldMk cId="3430071294" sldId="261"/>
            <ac:spMk id="3" creationId="{65C36818-6608-4DC3-B683-3470BE2C9A68}"/>
          </ac:spMkLst>
        </pc:spChg>
        <pc:spChg chg="add mod">
          <ac:chgData name="Matteo Francia" userId="fbe833e6-b551-4418-a2a7-4d1023d25bd4" providerId="ADAL" clId="{311254AA-4EF9-4254-B4D7-C74A03F1F869}" dt="2025-10-21T07:29:28.357" v="282" actId="1076"/>
          <ac:spMkLst>
            <pc:docMk/>
            <pc:sldMk cId="3430071294" sldId="261"/>
            <ac:spMk id="4" creationId="{EFF204D0-86B7-4A0B-9C03-70B8CAEB2CE6}"/>
          </ac:spMkLst>
        </pc:spChg>
        <pc:spChg chg="add mod topLvl">
          <ac:chgData name="Matteo Francia" userId="fbe833e6-b551-4418-a2a7-4d1023d25bd4" providerId="ADAL" clId="{311254AA-4EF9-4254-B4D7-C74A03F1F869}" dt="2025-10-21T07:26:40.799" v="226" actId="164"/>
          <ac:spMkLst>
            <pc:docMk/>
            <pc:sldMk cId="3430071294" sldId="261"/>
            <ac:spMk id="5" creationId="{BAC326DD-5E0E-4563-A708-4AC6FFBDDF32}"/>
          </ac:spMkLst>
        </pc:spChg>
        <pc:spChg chg="add mod topLvl">
          <ac:chgData name="Matteo Francia" userId="fbe833e6-b551-4418-a2a7-4d1023d25bd4" providerId="ADAL" clId="{311254AA-4EF9-4254-B4D7-C74A03F1F869}" dt="2025-10-21T07:26:40.799" v="226" actId="164"/>
          <ac:spMkLst>
            <pc:docMk/>
            <pc:sldMk cId="3430071294" sldId="261"/>
            <ac:spMk id="6" creationId="{5861E861-0B52-4A80-9023-0F0B391CDF8C}"/>
          </ac:spMkLst>
        </pc:spChg>
        <pc:spChg chg="add mod topLvl">
          <ac:chgData name="Matteo Francia" userId="fbe833e6-b551-4418-a2a7-4d1023d25bd4" providerId="ADAL" clId="{311254AA-4EF9-4254-B4D7-C74A03F1F869}" dt="2025-10-21T07:26:40.799" v="226" actId="164"/>
          <ac:spMkLst>
            <pc:docMk/>
            <pc:sldMk cId="3430071294" sldId="261"/>
            <ac:spMk id="7" creationId="{ED8EB74C-8DE9-4B1D-B73C-4747EECEB0CE}"/>
          </ac:spMkLst>
        </pc:spChg>
        <pc:spChg chg="add mod topLvl">
          <ac:chgData name="Matteo Francia" userId="fbe833e6-b551-4418-a2a7-4d1023d25bd4" providerId="ADAL" clId="{311254AA-4EF9-4254-B4D7-C74A03F1F869}" dt="2025-10-21T07:26:40.799" v="226" actId="164"/>
          <ac:spMkLst>
            <pc:docMk/>
            <pc:sldMk cId="3430071294" sldId="261"/>
            <ac:spMk id="8" creationId="{CD7CD046-58CB-4024-BD4F-AFA50D080E2B}"/>
          </ac:spMkLst>
        </pc:spChg>
        <pc:spChg chg="mod">
          <ac:chgData name="Matteo Francia" userId="fbe833e6-b551-4418-a2a7-4d1023d25bd4" providerId="ADAL" clId="{311254AA-4EF9-4254-B4D7-C74A03F1F869}" dt="2025-10-21T07:22:26.365" v="38" actId="20577"/>
          <ac:spMkLst>
            <pc:docMk/>
            <pc:sldMk cId="3430071294" sldId="261"/>
            <ac:spMk id="11" creationId="{4DE23869-1604-48CD-99BE-AF0C720180F8}"/>
          </ac:spMkLst>
        </pc:spChg>
        <pc:spChg chg="mod">
          <ac:chgData name="Matteo Francia" userId="fbe833e6-b551-4418-a2a7-4d1023d25bd4" providerId="ADAL" clId="{311254AA-4EF9-4254-B4D7-C74A03F1F869}" dt="2025-10-21T07:22:21.929" v="34"/>
          <ac:spMkLst>
            <pc:docMk/>
            <pc:sldMk cId="3430071294" sldId="261"/>
            <ac:spMk id="12" creationId="{A9B57422-3097-40D7-A77D-95091E665C0B}"/>
          </ac:spMkLst>
        </pc:spChg>
        <pc:spChg chg="mod">
          <ac:chgData name="Matteo Francia" userId="fbe833e6-b551-4418-a2a7-4d1023d25bd4" providerId="ADAL" clId="{311254AA-4EF9-4254-B4D7-C74A03F1F869}" dt="2025-10-21T07:22:21.929" v="34"/>
          <ac:spMkLst>
            <pc:docMk/>
            <pc:sldMk cId="3430071294" sldId="261"/>
            <ac:spMk id="13" creationId="{2EE17586-5877-44BD-B9DD-4E16E311DA91}"/>
          </ac:spMkLst>
        </pc:spChg>
        <pc:spChg chg="mod">
          <ac:chgData name="Matteo Francia" userId="fbe833e6-b551-4418-a2a7-4d1023d25bd4" providerId="ADAL" clId="{311254AA-4EF9-4254-B4D7-C74A03F1F869}" dt="2025-10-21T07:22:21.929" v="34"/>
          <ac:spMkLst>
            <pc:docMk/>
            <pc:sldMk cId="3430071294" sldId="261"/>
            <ac:spMk id="14" creationId="{011F74DA-1116-42CA-88F6-10B4E4FE0C8F}"/>
          </ac:spMkLst>
        </pc:spChg>
        <pc:spChg chg="add mod">
          <ac:chgData name="Matteo Francia" userId="fbe833e6-b551-4418-a2a7-4d1023d25bd4" providerId="ADAL" clId="{311254AA-4EF9-4254-B4D7-C74A03F1F869}" dt="2025-10-21T07:25:57.984" v="171" actId="164"/>
          <ac:spMkLst>
            <pc:docMk/>
            <pc:sldMk cId="3430071294" sldId="261"/>
            <ac:spMk id="15" creationId="{EDC8FF47-1CE4-4F60-9DC3-7BA529D4B641}"/>
          </ac:spMkLst>
        </pc:spChg>
        <pc:spChg chg="add mod">
          <ac:chgData name="Matteo Francia" userId="fbe833e6-b551-4418-a2a7-4d1023d25bd4" providerId="ADAL" clId="{311254AA-4EF9-4254-B4D7-C74A03F1F869}" dt="2025-10-21T07:25:57.984" v="171" actId="164"/>
          <ac:spMkLst>
            <pc:docMk/>
            <pc:sldMk cId="3430071294" sldId="261"/>
            <ac:spMk id="16" creationId="{9AD60953-C331-4602-87A7-DEC8D6836671}"/>
          </ac:spMkLst>
        </pc:spChg>
        <pc:spChg chg="add mod">
          <ac:chgData name="Matteo Francia" userId="fbe833e6-b551-4418-a2a7-4d1023d25bd4" providerId="ADAL" clId="{311254AA-4EF9-4254-B4D7-C74A03F1F869}" dt="2025-10-21T07:25:57.984" v="171" actId="164"/>
          <ac:spMkLst>
            <pc:docMk/>
            <pc:sldMk cId="3430071294" sldId="261"/>
            <ac:spMk id="17" creationId="{6D109FFB-2C27-4C00-924B-6C5AAA49E532}"/>
          </ac:spMkLst>
        </pc:spChg>
        <pc:spChg chg="add mod">
          <ac:chgData name="Matteo Francia" userId="fbe833e6-b551-4418-a2a7-4d1023d25bd4" providerId="ADAL" clId="{311254AA-4EF9-4254-B4D7-C74A03F1F869}" dt="2025-10-21T07:25:57.984" v="171" actId="164"/>
          <ac:spMkLst>
            <pc:docMk/>
            <pc:sldMk cId="3430071294" sldId="261"/>
            <ac:spMk id="18" creationId="{08040202-43AB-4247-B1B4-7E16123A8FE5}"/>
          </ac:spMkLst>
        </pc:spChg>
        <pc:spChg chg="add mod">
          <ac:chgData name="Matteo Francia" userId="fbe833e6-b551-4418-a2a7-4d1023d25bd4" providerId="ADAL" clId="{311254AA-4EF9-4254-B4D7-C74A03F1F869}" dt="2025-10-21T07:25:57.984" v="171" actId="164"/>
          <ac:spMkLst>
            <pc:docMk/>
            <pc:sldMk cId="3430071294" sldId="261"/>
            <ac:spMk id="19" creationId="{5A268FCB-60C0-4B76-970E-011962564634}"/>
          </ac:spMkLst>
        </pc:spChg>
        <pc:spChg chg="add mod">
          <ac:chgData name="Matteo Francia" userId="fbe833e6-b551-4418-a2a7-4d1023d25bd4" providerId="ADAL" clId="{311254AA-4EF9-4254-B4D7-C74A03F1F869}" dt="2025-10-21T07:25:57.984" v="171" actId="164"/>
          <ac:spMkLst>
            <pc:docMk/>
            <pc:sldMk cId="3430071294" sldId="261"/>
            <ac:spMk id="20" creationId="{F8E357B3-3BF6-4B4D-A9AB-F32FBA9E63C2}"/>
          </ac:spMkLst>
        </pc:spChg>
        <pc:spChg chg="add mod">
          <ac:chgData name="Matteo Francia" userId="fbe833e6-b551-4418-a2a7-4d1023d25bd4" providerId="ADAL" clId="{311254AA-4EF9-4254-B4D7-C74A03F1F869}" dt="2025-10-21T07:26:52.176" v="228" actId="164"/>
          <ac:spMkLst>
            <pc:docMk/>
            <pc:sldMk cId="3430071294" sldId="261"/>
            <ac:spMk id="21" creationId="{3A7DFE6D-03B8-4CCD-84C4-BC3AECEE01E2}"/>
          </ac:spMkLst>
        </pc:spChg>
        <pc:spChg chg="add mod">
          <ac:chgData name="Matteo Francia" userId="fbe833e6-b551-4418-a2a7-4d1023d25bd4" providerId="ADAL" clId="{311254AA-4EF9-4254-B4D7-C74A03F1F869}" dt="2025-10-21T07:26:52.176" v="228" actId="164"/>
          <ac:spMkLst>
            <pc:docMk/>
            <pc:sldMk cId="3430071294" sldId="261"/>
            <ac:spMk id="22" creationId="{61E1252A-A4A0-4DB3-9A48-75F2A0E433E2}"/>
          </ac:spMkLst>
        </pc:spChg>
        <pc:spChg chg="add mod">
          <ac:chgData name="Matteo Francia" userId="fbe833e6-b551-4418-a2a7-4d1023d25bd4" providerId="ADAL" clId="{311254AA-4EF9-4254-B4D7-C74A03F1F869}" dt="2025-10-21T07:26:52.176" v="228" actId="164"/>
          <ac:spMkLst>
            <pc:docMk/>
            <pc:sldMk cId="3430071294" sldId="261"/>
            <ac:spMk id="23" creationId="{77426073-999B-4374-9F89-95836F1AF05A}"/>
          </ac:spMkLst>
        </pc:spChg>
        <pc:spChg chg="add mod">
          <ac:chgData name="Matteo Francia" userId="fbe833e6-b551-4418-a2a7-4d1023d25bd4" providerId="ADAL" clId="{311254AA-4EF9-4254-B4D7-C74A03F1F869}" dt="2025-10-21T07:26:52.176" v="228" actId="164"/>
          <ac:spMkLst>
            <pc:docMk/>
            <pc:sldMk cId="3430071294" sldId="261"/>
            <ac:spMk id="24" creationId="{CB8BEE8A-A16B-4E16-B77D-1C0291651E03}"/>
          </ac:spMkLst>
        </pc:spChg>
        <pc:spChg chg="add mod">
          <ac:chgData name="Matteo Francia" userId="fbe833e6-b551-4418-a2a7-4d1023d25bd4" providerId="ADAL" clId="{311254AA-4EF9-4254-B4D7-C74A03F1F869}" dt="2025-10-21T07:29:28.357" v="282" actId="1076"/>
          <ac:spMkLst>
            <pc:docMk/>
            <pc:sldMk cId="3430071294" sldId="261"/>
            <ac:spMk id="25" creationId="{D930A2C6-73FB-4966-BF8A-026897441508}"/>
          </ac:spMkLst>
        </pc:spChg>
        <pc:spChg chg="add 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34" creationId="{F4763112-6586-4873-B224-934FE72E11EA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36" creationId="{2468C633-C6F2-45F0-AD24-593B13C433C8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37" creationId="{95250C4B-A4B7-446E-BBE4-B9B4D822C7B6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38" creationId="{9275A395-BD52-4006-B09A-7F7A6BE74A3B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39" creationId="{EBE67E4A-6944-476B-99EF-83077BA466CB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41" creationId="{73995B5B-8130-4F5C-9EE8-A42B029ABF36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42" creationId="{DE5D31D2-4E3D-4496-9C93-A483258AF7B8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43" creationId="{CF3BF0DE-2488-48F0-B6B7-EC4E770B08FD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44" creationId="{57A0C2BB-AF7C-4208-B820-70631F533518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45" creationId="{B787856D-0AF2-4CC0-9D4F-E3695ED223F7}"/>
          </ac:spMkLst>
        </pc:spChg>
        <pc:spChg chg="mod">
          <ac:chgData name="Matteo Francia" userId="fbe833e6-b551-4418-a2a7-4d1023d25bd4" providerId="ADAL" clId="{311254AA-4EF9-4254-B4D7-C74A03F1F869}" dt="2025-10-21T07:28:35.569" v="277" actId="571"/>
          <ac:spMkLst>
            <pc:docMk/>
            <pc:sldMk cId="3430071294" sldId="261"/>
            <ac:spMk id="146" creationId="{8AEC262D-10EB-4012-A88C-9259C99C50DE}"/>
          </ac:spMkLst>
        </pc:spChg>
        <pc:spChg chg="add mod">
          <ac:chgData name="Matteo Francia" userId="fbe833e6-b551-4418-a2a7-4d1023d25bd4" providerId="ADAL" clId="{311254AA-4EF9-4254-B4D7-C74A03F1F869}" dt="2025-10-21T07:29:34.575" v="284" actId="1076"/>
          <ac:spMkLst>
            <pc:docMk/>
            <pc:sldMk cId="3430071294" sldId="261"/>
            <ac:spMk id="147" creationId="{C4FE0EE4-A2B8-4B1F-AC94-F164FD292557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49" creationId="{4B5BEA43-9456-4ED1-B55D-F1F3247DFA8B}"/>
          </ac:spMkLst>
        </pc:spChg>
        <pc:spChg chg="mod">
          <ac:chgData name="Matteo Francia" userId="fbe833e6-b551-4418-a2a7-4d1023d25bd4" providerId="ADAL" clId="{311254AA-4EF9-4254-B4D7-C74A03F1F869}" dt="2025-10-21T07:29:59.116" v="288" actId="207"/>
          <ac:spMkLst>
            <pc:docMk/>
            <pc:sldMk cId="3430071294" sldId="261"/>
            <ac:spMk id="150" creationId="{85B0E22F-9A95-46B8-985F-206D5CC51DAB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51" creationId="{441BB5C9-3452-4DE5-B34C-D922D9AE351F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52" creationId="{F0B133FC-1D0C-44A9-B77F-56CE2E676EBA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54" creationId="{49A40FD2-C49C-4430-A0D8-2A5E646ADA4C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55" creationId="{3B47E496-296B-458E-8A3F-4AC3A9893A20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56" creationId="{99B9E992-975B-46D2-A7A2-69A0430C31BE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57" creationId="{D9FF9973-53F2-4BC4-867B-B815C09F0920}"/>
          </ac:spMkLst>
        </pc:spChg>
        <pc:spChg chg="mod">
          <ac:chgData name="Matteo Francia" userId="fbe833e6-b551-4418-a2a7-4d1023d25bd4" providerId="ADAL" clId="{311254AA-4EF9-4254-B4D7-C74A03F1F869}" dt="2025-10-21T07:29:53.389" v="287" actId="207"/>
          <ac:spMkLst>
            <pc:docMk/>
            <pc:sldMk cId="3430071294" sldId="261"/>
            <ac:spMk id="158" creationId="{472A9E98-4A37-484A-82C4-0C005CEE6E03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59" creationId="{3007BDAE-6F6D-42D1-9E84-556966A01249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61" creationId="{6E85A76F-822D-4B73-8DCC-4B552850B1D7}"/>
          </ac:spMkLst>
        </pc:spChg>
        <pc:spChg chg="mod">
          <ac:chgData name="Matteo Francia" userId="fbe833e6-b551-4418-a2a7-4d1023d25bd4" providerId="ADAL" clId="{311254AA-4EF9-4254-B4D7-C74A03F1F869}" dt="2025-10-21T07:29:47.750" v="286" actId="207"/>
          <ac:spMkLst>
            <pc:docMk/>
            <pc:sldMk cId="3430071294" sldId="261"/>
            <ac:spMk id="162" creationId="{DC24DD42-8962-42D9-8D36-B41DEE72ED37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63" creationId="{A1E8F5B1-9387-4432-8816-7F4967024668}"/>
          </ac:spMkLst>
        </pc:spChg>
        <pc:spChg chg="mod">
          <ac:chgData name="Matteo Francia" userId="fbe833e6-b551-4418-a2a7-4d1023d25bd4" providerId="ADAL" clId="{311254AA-4EF9-4254-B4D7-C74A03F1F869}" dt="2025-10-21T07:29:32.163" v="283"/>
          <ac:spMkLst>
            <pc:docMk/>
            <pc:sldMk cId="3430071294" sldId="261"/>
            <ac:spMk id="164" creationId="{CDD98285-759B-4CA3-B212-00B663F40E9F}"/>
          </ac:spMkLst>
        </pc:spChg>
        <pc:spChg chg="add mod">
          <ac:chgData name="Matteo Francia" userId="fbe833e6-b551-4418-a2a7-4d1023d25bd4" providerId="ADAL" clId="{311254AA-4EF9-4254-B4D7-C74A03F1F869}" dt="2025-10-21T07:29:44.718" v="285" actId="207"/>
          <ac:spMkLst>
            <pc:docMk/>
            <pc:sldMk cId="3430071294" sldId="261"/>
            <ac:spMk id="165" creationId="{E2325B56-9429-4B0C-9E08-201D4CF8F23F}"/>
          </ac:spMkLst>
        </pc:spChg>
        <pc:grpChg chg="add del mod">
          <ac:chgData name="Matteo Francia" userId="fbe833e6-b551-4418-a2a7-4d1023d25bd4" providerId="ADAL" clId="{311254AA-4EF9-4254-B4D7-C74A03F1F869}" dt="2025-10-21T07:26:07.489" v="211" actId="165"/>
          <ac:grpSpMkLst>
            <pc:docMk/>
            <pc:sldMk cId="3430071294" sldId="261"/>
            <ac:grpSpMk id="9" creationId="{3B032968-FEA4-49BA-AB9F-F80A140E73AB}"/>
          </ac:grpSpMkLst>
        </pc:grpChg>
        <pc:grpChg chg="add del mod">
          <ac:chgData name="Matteo Francia" userId="fbe833e6-b551-4418-a2a7-4d1023d25bd4" providerId="ADAL" clId="{311254AA-4EF9-4254-B4D7-C74A03F1F869}" dt="2025-10-21T07:22:28.915" v="39" actId="478"/>
          <ac:grpSpMkLst>
            <pc:docMk/>
            <pc:sldMk cId="3430071294" sldId="261"/>
            <ac:grpSpMk id="10" creationId="{DC461A71-E50A-4AD0-A1D2-FC770943F0A2}"/>
          </ac:grpSpMkLst>
        </pc:grpChg>
        <pc:grpChg chg="add mod">
          <ac:chgData name="Matteo Francia" userId="fbe833e6-b551-4418-a2a7-4d1023d25bd4" providerId="ADAL" clId="{311254AA-4EF9-4254-B4D7-C74A03F1F869}" dt="2025-10-21T07:29:28.357" v="282" actId="1076"/>
          <ac:grpSpMkLst>
            <pc:docMk/>
            <pc:sldMk cId="3430071294" sldId="261"/>
            <ac:grpSpMk id="69" creationId="{82CA68E1-CF7D-4A71-AE4A-FDE1CC602A03}"/>
          </ac:grpSpMkLst>
        </pc:grpChg>
        <pc:grpChg chg="add mod">
          <ac:chgData name="Matteo Francia" userId="fbe833e6-b551-4418-a2a7-4d1023d25bd4" providerId="ADAL" clId="{311254AA-4EF9-4254-B4D7-C74A03F1F869}" dt="2025-10-21T07:29:28.357" v="282" actId="1076"/>
          <ac:grpSpMkLst>
            <pc:docMk/>
            <pc:sldMk cId="3430071294" sldId="261"/>
            <ac:grpSpMk id="83" creationId="{234336F0-48D4-4869-A7B3-4854D5FA23C2}"/>
          </ac:grpSpMkLst>
        </pc:grpChg>
        <pc:grpChg chg="add mod">
          <ac:chgData name="Matteo Francia" userId="fbe833e6-b551-4418-a2a7-4d1023d25bd4" providerId="ADAL" clId="{311254AA-4EF9-4254-B4D7-C74A03F1F869}" dt="2025-10-21T07:29:28.357" v="282" actId="1076"/>
          <ac:grpSpMkLst>
            <pc:docMk/>
            <pc:sldMk cId="3430071294" sldId="261"/>
            <ac:grpSpMk id="84" creationId="{D795621A-F494-44CF-AC58-3C41877711B7}"/>
          </ac:grpSpMkLst>
        </pc:grpChg>
        <pc:grpChg chg="add mod">
          <ac:chgData name="Matteo Francia" userId="fbe833e6-b551-4418-a2a7-4d1023d25bd4" providerId="ADAL" clId="{311254AA-4EF9-4254-B4D7-C74A03F1F869}" dt="2025-10-21T07:28:35.569" v="277" actId="571"/>
          <ac:grpSpMkLst>
            <pc:docMk/>
            <pc:sldMk cId="3430071294" sldId="261"/>
            <ac:grpSpMk id="135" creationId="{63FC615F-7DBD-42E0-818A-2BCB2DC9E316}"/>
          </ac:grpSpMkLst>
        </pc:grpChg>
        <pc:grpChg chg="add mod">
          <ac:chgData name="Matteo Francia" userId="fbe833e6-b551-4418-a2a7-4d1023d25bd4" providerId="ADAL" clId="{311254AA-4EF9-4254-B4D7-C74A03F1F869}" dt="2025-10-21T07:28:35.569" v="277" actId="571"/>
          <ac:grpSpMkLst>
            <pc:docMk/>
            <pc:sldMk cId="3430071294" sldId="261"/>
            <ac:grpSpMk id="140" creationId="{44F08DDA-00DD-4664-B467-5E703CC7D825}"/>
          </ac:grpSpMkLst>
        </pc:grpChg>
        <pc:grpChg chg="add mod">
          <ac:chgData name="Matteo Francia" userId="fbe833e6-b551-4418-a2a7-4d1023d25bd4" providerId="ADAL" clId="{311254AA-4EF9-4254-B4D7-C74A03F1F869}" dt="2025-10-21T07:29:34.575" v="284" actId="1076"/>
          <ac:grpSpMkLst>
            <pc:docMk/>
            <pc:sldMk cId="3430071294" sldId="261"/>
            <ac:grpSpMk id="148" creationId="{1FABA7C6-7F29-4588-AF69-16674BBBDD6C}"/>
          </ac:grpSpMkLst>
        </pc:grpChg>
        <pc:grpChg chg="add mod">
          <ac:chgData name="Matteo Francia" userId="fbe833e6-b551-4418-a2a7-4d1023d25bd4" providerId="ADAL" clId="{311254AA-4EF9-4254-B4D7-C74A03F1F869}" dt="2025-10-21T07:29:34.575" v="284" actId="1076"/>
          <ac:grpSpMkLst>
            <pc:docMk/>
            <pc:sldMk cId="3430071294" sldId="261"/>
            <ac:grpSpMk id="153" creationId="{F60D0E96-4EB9-45B0-B65F-1F77FBA73825}"/>
          </ac:grpSpMkLst>
        </pc:grpChg>
        <pc:grpChg chg="add mod">
          <ac:chgData name="Matteo Francia" userId="fbe833e6-b551-4418-a2a7-4d1023d25bd4" providerId="ADAL" clId="{311254AA-4EF9-4254-B4D7-C74A03F1F869}" dt="2025-10-21T07:29:34.575" v="284" actId="1076"/>
          <ac:grpSpMkLst>
            <pc:docMk/>
            <pc:sldMk cId="3430071294" sldId="261"/>
            <ac:grpSpMk id="160" creationId="{54F54A95-D15A-4EA3-9C40-57CADC8BE8FF}"/>
          </ac:grpSpMkLst>
        </pc:grp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27" creationId="{5C28F226-77A0-4933-8DE7-258F67549E62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29" creationId="{D1E707BC-A697-44A8-9D7E-BC625B65D933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32" creationId="{2BCB2CB5-05CE-40F5-9591-3C6A51784385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35" creationId="{2C5EFC85-C63B-44C7-B4AB-C27392ED2A03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38" creationId="{AB867CA9-C9E0-4809-AC83-3B9D037262A8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41" creationId="{CF95207B-6A81-4635-80E1-CEC2AB6F4F60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44" creationId="{6E26C0D0-B45C-4209-ADCC-F2748939056B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47" creationId="{F82465AF-CBA3-498D-A7FF-F204374C2B1D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50" creationId="{044393D4-4FDF-4FCA-AF77-E796E24ED23D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53" creationId="{2EF8C15A-6A54-4315-8E2A-8674984973EE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57" creationId="{E95207E8-C431-485E-AFE5-F83E5516C6BB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60" creationId="{A4BEC4D1-F58A-4FA4-BF5F-E7CFD6F0FCE5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63" creationId="{B7A105F4-FB40-4449-885A-AE6C183E1F84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66" creationId="{D171C7A9-0C72-44C8-B2D3-5EDE05A4CCD7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70" creationId="{889F7FC5-AD5E-4118-8471-994CD74B60BE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74" creationId="{2C1FFA9B-E678-4817-BB20-CB9572AC7723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77" creationId="{B5442502-EDAE-4E9E-BB36-3BD783E5C04B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80" creationId="{5E947313-578C-4B94-B4A0-8E88B3436735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85" creationId="{EC0E0308-516D-4DFF-B88F-9D5301A30F01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88" creationId="{DE54CFDD-E802-428E-A49D-6A3417FF5B9C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91" creationId="{A02E1078-9BC3-43C3-BAB9-02EA77423380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94" creationId="{38601383-2C3B-4F45-9D74-C9A4C354CD5F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97" creationId="{A0D552D1-C98A-415B-B231-998F91E87033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00" creationId="{8972A3AF-B624-4C41-91E4-CA019D4E742B}"/>
          </ac:cxnSpMkLst>
        </pc:cxnChg>
        <pc:cxnChg chg="add del mod">
          <ac:chgData name="Matteo Francia" userId="fbe833e6-b551-4418-a2a7-4d1023d25bd4" providerId="ADAL" clId="{311254AA-4EF9-4254-B4D7-C74A03F1F869}" dt="2025-10-21T07:27:34.235" v="250" actId="478"/>
          <ac:cxnSpMkLst>
            <pc:docMk/>
            <pc:sldMk cId="3430071294" sldId="261"/>
            <ac:cxnSpMk id="103" creationId="{9B985828-9C28-43E1-B8CC-A3F1FB1DF9E8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06" creationId="{38C3DBB9-AC1B-4202-8487-F96937996FFA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09" creationId="{8CC5C5C6-53CA-4747-B776-8D7CB37FE7EF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12" creationId="{5D41812A-C37E-4EA2-AF14-96564783C8B0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15" creationId="{70F5D3A9-0948-4731-B3F8-F7B3D387DC57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18" creationId="{D67CA0C4-5425-4E44-9124-9CB6581175D3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21" creationId="{59B034F0-8851-4CA5-8D39-EF2BBC8F4F21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24" creationId="{F3A7F63D-6FBC-479D-8FA1-AFD9A53835FE}"/>
          </ac:cxnSpMkLst>
        </pc:cxnChg>
        <pc:cxnChg chg="add mod">
          <ac:chgData name="Matteo Francia" userId="fbe833e6-b551-4418-a2a7-4d1023d25bd4" providerId="ADAL" clId="{311254AA-4EF9-4254-B4D7-C74A03F1F869}" dt="2025-10-21T07:29:28.357" v="282" actId="1076"/>
          <ac:cxnSpMkLst>
            <pc:docMk/>
            <pc:sldMk cId="3430071294" sldId="261"/>
            <ac:cxnSpMk id="127" creationId="{81BCCAA7-FD37-4B4E-86AB-7501BE083AA2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66" creationId="{92BD447D-9A6C-41BC-9767-8BBE4FA5DD51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67" creationId="{3B27FCBC-B77D-4D49-97B9-D1DFA7CADE28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68" creationId="{E6D9A336-B3FA-4FB3-8588-EE8EB95E120F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69" creationId="{86A1DD60-153E-480E-8E30-87A69AE794FA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0" creationId="{339522BF-F23E-493E-A7D2-ED4A8E68AE62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1" creationId="{DEB5D3A6-4D43-4DF6-8AE6-974D08D3810F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2" creationId="{B69ED712-48AF-4BAA-BC18-2F4C3C6F2E01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3" creationId="{DFF42CC1-D964-4324-9037-C135FB77FB0C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4" creationId="{CBBCD69B-4299-4984-9D78-87E4AB1A967D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5" creationId="{2207D8A2-0069-4A21-A744-C6CC22B50CB5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6" creationId="{EA45F532-C08D-4852-9BD1-EE9FFDFB8DA4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7" creationId="{33307C18-F49B-4DA5-BA54-1D90DD02478E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8" creationId="{26F386D2-0FD8-4542-83A7-1951F00FDF3A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79" creationId="{88E95A7F-C32C-4ED4-844B-33113CB8EAA5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0" creationId="{99C3B1A9-1509-477D-93CD-73EFE1D8FC48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1" creationId="{A092A57B-B422-4FEC-B060-445A6B63ABE0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2" creationId="{8AD36805-A958-446B-9BA3-31077E865116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3" creationId="{E79734D5-43BA-422C-AD53-047D68582DAB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4" creationId="{6D2B4158-AE58-4E45-BD46-5D39F4168062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5" creationId="{B07399C2-4BFB-4444-8224-1210868089BC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6" creationId="{338837ED-D2AD-4FEF-9312-2B537671D6FE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7" creationId="{51F610CB-6A6D-4BAC-9766-9E8CAEC42832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8" creationId="{9CAD9957-46C7-4D8E-90FD-911CBE03DD7A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89" creationId="{9E067C71-A511-4543-A96E-F266FBC97C27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90" creationId="{D4EAEDC1-803E-411D-B316-414EE911C7AC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91" creationId="{6ABF512D-6389-4DFB-AE10-169BCF96D155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92" creationId="{5078FE5E-21A6-4AB6-8877-23571056910A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93" creationId="{EE6F9272-089B-495B-888C-D2E726EE1568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94" creationId="{4142F764-7DCB-4F12-B8C2-181CA7BDF145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95" creationId="{EE545B7F-9BE3-4212-96C0-2C878A5AFB78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96" creationId="{C46E714D-77A8-4A36-A84D-FB9419FD7ECE}"/>
          </ac:cxnSpMkLst>
        </pc:cxnChg>
        <pc:cxnChg chg="add mod">
          <ac:chgData name="Matteo Francia" userId="fbe833e6-b551-4418-a2a7-4d1023d25bd4" providerId="ADAL" clId="{311254AA-4EF9-4254-B4D7-C74A03F1F869}" dt="2025-10-21T07:29:34.575" v="284" actId="1076"/>
          <ac:cxnSpMkLst>
            <pc:docMk/>
            <pc:sldMk cId="3430071294" sldId="261"/>
            <ac:cxnSpMk id="197" creationId="{88525FE8-2AA8-47D7-B734-BE6F616ED7F6}"/>
          </ac:cxnSpMkLst>
        </pc:cxnChg>
      </pc:sldChg>
    </pc:docChg>
  </pc:docChgLst>
  <pc:docChgLst>
    <pc:chgData name="Matteo Francia" userId="fbe833e6-b551-4418-a2a7-4d1023d25bd4" providerId="ADAL" clId="{96F9B146-4786-4BFF-A34A-4EEF6A0E6FDB}"/>
    <pc:docChg chg="undo custSel modSld">
      <pc:chgData name="Matteo Francia" userId="fbe833e6-b551-4418-a2a7-4d1023d25bd4" providerId="ADAL" clId="{96F9B146-4786-4BFF-A34A-4EEF6A0E6FDB}" dt="2025-12-17T14:56:54.845" v="100" actId="20577"/>
      <pc:docMkLst>
        <pc:docMk/>
      </pc:docMkLst>
      <pc:sldChg chg="addSp modSp mod">
        <pc:chgData name="Matteo Francia" userId="fbe833e6-b551-4418-a2a7-4d1023d25bd4" providerId="ADAL" clId="{96F9B146-4786-4BFF-A34A-4EEF6A0E6FDB}" dt="2025-12-17T14:56:54.845" v="100" actId="20577"/>
        <pc:sldMkLst>
          <pc:docMk/>
          <pc:sldMk cId="3489260295" sldId="260"/>
        </pc:sldMkLst>
        <pc:spChg chg="mod">
          <ac:chgData name="Matteo Francia" userId="fbe833e6-b551-4418-a2a7-4d1023d25bd4" providerId="ADAL" clId="{96F9B146-4786-4BFF-A34A-4EEF6A0E6FDB}" dt="2025-12-17T14:56:39.255" v="98" actId="12788"/>
          <ac:spMkLst>
            <pc:docMk/>
            <pc:sldMk cId="3489260295" sldId="260"/>
            <ac:spMk id="4" creationId="{328B136E-0EF1-449D-B8CD-34C80C851327}"/>
          </ac:spMkLst>
        </pc:spChg>
        <pc:spChg chg="mod">
          <ac:chgData name="Matteo Francia" userId="fbe833e6-b551-4418-a2a7-4d1023d25bd4" providerId="ADAL" clId="{96F9B146-4786-4BFF-A34A-4EEF6A0E6FDB}" dt="2025-12-17T14:56:54.845" v="100" actId="20577"/>
          <ac:spMkLst>
            <pc:docMk/>
            <pc:sldMk cId="3489260295" sldId="260"/>
            <ac:spMk id="5" creationId="{B59FCE38-D076-4501-BACD-903A43116EF0}"/>
          </ac:spMkLst>
        </pc:spChg>
        <pc:spChg chg="mod">
          <ac:chgData name="Matteo Francia" userId="fbe833e6-b551-4418-a2a7-4d1023d25bd4" providerId="ADAL" clId="{96F9B146-4786-4BFF-A34A-4EEF6A0E6FDB}" dt="2025-12-17T14:56:30.755" v="96" actId="12788"/>
          <ac:spMkLst>
            <pc:docMk/>
            <pc:sldMk cId="3489260295" sldId="260"/>
            <ac:spMk id="6" creationId="{529CC3F4-03F9-4CEA-BB04-57E507F2EBF0}"/>
          </ac:spMkLst>
        </pc:spChg>
        <pc:spChg chg="mod">
          <ac:chgData name="Matteo Francia" userId="fbe833e6-b551-4418-a2a7-4d1023d25bd4" providerId="ADAL" clId="{96F9B146-4786-4BFF-A34A-4EEF6A0E6FDB}" dt="2025-12-17T14:56:30.755" v="96" actId="12788"/>
          <ac:spMkLst>
            <pc:docMk/>
            <pc:sldMk cId="3489260295" sldId="260"/>
            <ac:spMk id="7" creationId="{0D1BCC33-7D80-43A0-AA25-FFFC022AE9EA}"/>
          </ac:spMkLst>
        </pc:spChg>
        <pc:spChg chg="mod">
          <ac:chgData name="Matteo Francia" userId="fbe833e6-b551-4418-a2a7-4d1023d25bd4" providerId="ADAL" clId="{96F9B146-4786-4BFF-A34A-4EEF6A0E6FDB}" dt="2025-12-17T14:56:22.399" v="95" actId="14100"/>
          <ac:spMkLst>
            <pc:docMk/>
            <pc:sldMk cId="3489260295" sldId="260"/>
            <ac:spMk id="8" creationId="{667A2D1A-4DDC-4708-8589-DEE4A8670048}"/>
          </ac:spMkLst>
        </pc:spChg>
        <pc:spChg chg="mod">
          <ac:chgData name="Matteo Francia" userId="fbe833e6-b551-4418-a2a7-4d1023d25bd4" providerId="ADAL" clId="{96F9B146-4786-4BFF-A34A-4EEF6A0E6FDB}" dt="2025-12-17T14:56:48.046" v="99" actId="408"/>
          <ac:spMkLst>
            <pc:docMk/>
            <pc:sldMk cId="3489260295" sldId="260"/>
            <ac:spMk id="9" creationId="{C7C337A9-3F9D-450E-AF70-35E6EEF98CAF}"/>
          </ac:spMkLst>
        </pc:spChg>
        <pc:spChg chg="mod">
          <ac:chgData name="Matteo Francia" userId="fbe833e6-b551-4418-a2a7-4d1023d25bd4" providerId="ADAL" clId="{96F9B146-4786-4BFF-A34A-4EEF6A0E6FDB}" dt="2025-12-17T14:56:39.255" v="98" actId="12788"/>
          <ac:spMkLst>
            <pc:docMk/>
            <pc:sldMk cId="3489260295" sldId="260"/>
            <ac:spMk id="10" creationId="{4F4BC64E-124B-4CBB-B534-23350DCFA10E}"/>
          </ac:spMkLst>
        </pc:spChg>
        <pc:spChg chg="mod">
          <ac:chgData name="Matteo Francia" userId="fbe833e6-b551-4418-a2a7-4d1023d25bd4" providerId="ADAL" clId="{96F9B146-4786-4BFF-A34A-4EEF6A0E6FDB}" dt="2025-12-17T14:56:39.255" v="98" actId="12788"/>
          <ac:spMkLst>
            <pc:docMk/>
            <pc:sldMk cId="3489260295" sldId="260"/>
            <ac:spMk id="11" creationId="{4F868CD8-2C87-419A-825D-C7002355B957}"/>
          </ac:spMkLst>
        </pc:spChg>
        <pc:spChg chg="mod">
          <ac:chgData name="Matteo Francia" userId="fbe833e6-b551-4418-a2a7-4d1023d25bd4" providerId="ADAL" clId="{96F9B146-4786-4BFF-A34A-4EEF6A0E6FDB}" dt="2025-12-17T14:56:08.593" v="94" actId="2711"/>
          <ac:spMkLst>
            <pc:docMk/>
            <pc:sldMk cId="3489260295" sldId="260"/>
            <ac:spMk id="13" creationId="{6782E3DF-46B9-46A8-A8F3-B9953653CDF1}"/>
          </ac:spMkLst>
        </pc:spChg>
        <pc:spChg chg="mod">
          <ac:chgData name="Matteo Francia" userId="fbe833e6-b551-4418-a2a7-4d1023d25bd4" providerId="ADAL" clId="{96F9B146-4786-4BFF-A34A-4EEF6A0E6FDB}" dt="2025-12-17T14:56:08.593" v="94" actId="2711"/>
          <ac:spMkLst>
            <pc:docMk/>
            <pc:sldMk cId="3489260295" sldId="260"/>
            <ac:spMk id="14" creationId="{9491729C-B102-4164-A4B4-A47965957282}"/>
          </ac:spMkLst>
        </pc:spChg>
        <pc:spChg chg="mod">
          <ac:chgData name="Matteo Francia" userId="fbe833e6-b551-4418-a2a7-4d1023d25bd4" providerId="ADAL" clId="{96F9B146-4786-4BFF-A34A-4EEF6A0E6FDB}" dt="2025-12-17T14:56:08.593" v="94" actId="2711"/>
          <ac:spMkLst>
            <pc:docMk/>
            <pc:sldMk cId="3489260295" sldId="260"/>
            <ac:spMk id="15" creationId="{5EEA6E57-1511-49AC-ABD8-7A5AEE76DFB4}"/>
          </ac:spMkLst>
        </pc:spChg>
        <pc:spChg chg="mod">
          <ac:chgData name="Matteo Francia" userId="fbe833e6-b551-4418-a2a7-4d1023d25bd4" providerId="ADAL" clId="{96F9B146-4786-4BFF-A34A-4EEF6A0E6FDB}" dt="2025-12-17T14:56:48.046" v="99" actId="408"/>
          <ac:spMkLst>
            <pc:docMk/>
            <pc:sldMk cId="3489260295" sldId="260"/>
            <ac:spMk id="16" creationId="{63177FD2-7A6E-4FB3-B189-9B2874A254F2}"/>
          </ac:spMkLst>
        </pc:spChg>
        <pc:spChg chg="mod">
          <ac:chgData name="Matteo Francia" userId="fbe833e6-b551-4418-a2a7-4d1023d25bd4" providerId="ADAL" clId="{96F9B146-4786-4BFF-A34A-4EEF6A0E6FDB}" dt="2025-12-17T14:56:48.046" v="99" actId="408"/>
          <ac:spMkLst>
            <pc:docMk/>
            <pc:sldMk cId="3489260295" sldId="260"/>
            <ac:spMk id="17" creationId="{A7E44423-813B-4C8C-8964-2FA85F6736C9}"/>
          </ac:spMkLst>
        </pc:spChg>
        <pc:spChg chg="add mod">
          <ac:chgData name="Matteo Francia" userId="fbe833e6-b551-4418-a2a7-4d1023d25bd4" providerId="ADAL" clId="{96F9B146-4786-4BFF-A34A-4EEF6A0E6FDB}" dt="2025-12-17T14:56:39.255" v="98" actId="12788"/>
          <ac:spMkLst>
            <pc:docMk/>
            <pc:sldMk cId="3489260295" sldId="260"/>
            <ac:spMk id="18" creationId="{94AD2BB9-69D4-4BD6-962F-2E40CEE96F30}"/>
          </ac:spMkLst>
        </pc:spChg>
      </pc:sldChg>
    </pc:docChg>
  </pc:docChgLst>
  <pc:docChgLst>
    <pc:chgData name="Matteo Francia" userId="fbe833e6-b551-4418-a2a7-4d1023d25bd4" providerId="ADAL" clId="{9BDAC726-A033-456D-871E-61EBD8BAEF58}"/>
    <pc:docChg chg="undo custSel addSld modSld">
      <pc:chgData name="Matteo Francia" userId="fbe833e6-b551-4418-a2a7-4d1023d25bd4" providerId="ADAL" clId="{9BDAC726-A033-456D-871E-61EBD8BAEF58}" dt="2024-11-11T11:50:46.073" v="282" actId="208"/>
      <pc:docMkLst>
        <pc:docMk/>
      </pc:docMkLst>
      <pc:sldChg chg="modSp mod">
        <pc:chgData name="Matteo Francia" userId="fbe833e6-b551-4418-a2a7-4d1023d25bd4" providerId="ADAL" clId="{9BDAC726-A033-456D-871E-61EBD8BAEF58}" dt="2024-11-11T11:33:02.195" v="35" actId="108"/>
        <pc:sldMkLst>
          <pc:docMk/>
          <pc:sldMk cId="72074510" sldId="256"/>
        </pc:sldMkLst>
        <pc:spChg chg="mod">
          <ac:chgData name="Matteo Francia" userId="fbe833e6-b551-4418-a2a7-4d1023d25bd4" providerId="ADAL" clId="{9BDAC726-A033-456D-871E-61EBD8BAEF58}" dt="2024-11-11T11:32:59.816" v="34" actId="108"/>
          <ac:spMkLst>
            <pc:docMk/>
            <pc:sldMk cId="72074510" sldId="256"/>
            <ac:spMk id="4" creationId="{51EC9244-86F6-F299-E2E6-626A07D075F1}"/>
          </ac:spMkLst>
        </pc:spChg>
        <pc:spChg chg="mod">
          <ac:chgData name="Matteo Francia" userId="fbe833e6-b551-4418-a2a7-4d1023d25bd4" providerId="ADAL" clId="{9BDAC726-A033-456D-871E-61EBD8BAEF58}" dt="2024-11-11T11:32:59.816" v="34" actId="108"/>
          <ac:spMkLst>
            <pc:docMk/>
            <pc:sldMk cId="72074510" sldId="256"/>
            <ac:spMk id="5" creationId="{7568BEF7-A3A7-1746-B032-32AE58E9C463}"/>
          </ac:spMkLst>
        </pc:spChg>
        <pc:spChg chg="mod">
          <ac:chgData name="Matteo Francia" userId="fbe833e6-b551-4418-a2a7-4d1023d25bd4" providerId="ADAL" clId="{9BDAC726-A033-456D-871E-61EBD8BAEF58}" dt="2024-11-11T11:32:59.816" v="34" actId="108"/>
          <ac:spMkLst>
            <pc:docMk/>
            <pc:sldMk cId="72074510" sldId="256"/>
            <ac:spMk id="6" creationId="{ED0BEB88-59DF-4B98-E0CA-0A16BD942581}"/>
          </ac:spMkLst>
        </pc:spChg>
        <pc:spChg chg="mod">
          <ac:chgData name="Matteo Francia" userId="fbe833e6-b551-4418-a2a7-4d1023d25bd4" providerId="ADAL" clId="{9BDAC726-A033-456D-871E-61EBD8BAEF58}" dt="2024-11-11T11:32:59.816" v="34" actId="108"/>
          <ac:spMkLst>
            <pc:docMk/>
            <pc:sldMk cId="72074510" sldId="256"/>
            <ac:spMk id="7" creationId="{AB9A9194-1378-429F-2043-52ADE4F7EFD8}"/>
          </ac:spMkLst>
        </pc:spChg>
        <pc:spChg chg="mod">
          <ac:chgData name="Matteo Francia" userId="fbe833e6-b551-4418-a2a7-4d1023d25bd4" providerId="ADAL" clId="{9BDAC726-A033-456D-871E-61EBD8BAEF58}" dt="2024-11-11T11:33:02.195" v="35" actId="108"/>
          <ac:spMkLst>
            <pc:docMk/>
            <pc:sldMk cId="72074510" sldId="256"/>
            <ac:spMk id="26" creationId="{83AABF5E-4020-ABDA-2F35-24E8597D9858}"/>
          </ac:spMkLst>
        </pc:spChg>
      </pc:sldChg>
      <pc:sldChg chg="addSp delSp modSp new mod">
        <pc:chgData name="Matteo Francia" userId="fbe833e6-b551-4418-a2a7-4d1023d25bd4" providerId="ADAL" clId="{9BDAC726-A033-456D-871E-61EBD8BAEF58}" dt="2024-11-11T11:33:36.884" v="63" actId="1076"/>
        <pc:sldMkLst>
          <pc:docMk/>
          <pc:sldMk cId="1651640705" sldId="258"/>
        </pc:sldMkLst>
        <pc:spChg chg="del">
          <ac:chgData name="Matteo Francia" userId="fbe833e6-b551-4418-a2a7-4d1023d25bd4" providerId="ADAL" clId="{9BDAC726-A033-456D-871E-61EBD8BAEF58}" dt="2024-11-11T11:31:32.835" v="2" actId="478"/>
          <ac:spMkLst>
            <pc:docMk/>
            <pc:sldMk cId="1651640705" sldId="258"/>
            <ac:spMk id="2" creationId="{FD39C6E5-FA28-4D0A-A233-535681ECA9B7}"/>
          </ac:spMkLst>
        </pc:spChg>
        <pc:spChg chg="del">
          <ac:chgData name="Matteo Francia" userId="fbe833e6-b551-4418-a2a7-4d1023d25bd4" providerId="ADAL" clId="{9BDAC726-A033-456D-871E-61EBD8BAEF58}" dt="2024-11-11T11:31:31.325" v="1" actId="931"/>
          <ac:spMkLst>
            <pc:docMk/>
            <pc:sldMk cId="1651640705" sldId="258"/>
            <ac:spMk id="3" creationId="{A6B97518-0497-438F-9254-DBB772DFDD29}"/>
          </ac:spMkLst>
        </pc:spChg>
        <pc:spChg chg="add del mod">
          <ac:chgData name="Matteo Francia" userId="fbe833e6-b551-4418-a2a7-4d1023d25bd4" providerId="ADAL" clId="{9BDAC726-A033-456D-871E-61EBD8BAEF58}" dt="2024-11-11T11:33:07.424" v="38" actId="478"/>
          <ac:spMkLst>
            <pc:docMk/>
            <pc:sldMk cId="1651640705" sldId="258"/>
            <ac:spMk id="28" creationId="{74920AF0-CB5A-4E3D-9B26-2B26A4ACC9CC}"/>
          </ac:spMkLst>
        </pc:spChg>
        <pc:spChg chg="add mod">
          <ac:chgData name="Matteo Francia" userId="fbe833e6-b551-4418-a2a7-4d1023d25bd4" providerId="ADAL" clId="{9BDAC726-A033-456D-871E-61EBD8BAEF58}" dt="2024-11-11T11:33:36.884" v="63" actId="1076"/>
          <ac:spMkLst>
            <pc:docMk/>
            <pc:sldMk cId="1651640705" sldId="258"/>
            <ac:spMk id="29" creationId="{AC58C6CE-FDB5-4F47-8533-39B2E51B6482}"/>
          </ac:spMkLst>
        </pc:spChg>
        <pc:spChg chg="add mod">
          <ac:chgData name="Matteo Francia" userId="fbe833e6-b551-4418-a2a7-4d1023d25bd4" providerId="ADAL" clId="{9BDAC726-A033-456D-871E-61EBD8BAEF58}" dt="2024-11-11T11:33:36.884" v="63" actId="1076"/>
          <ac:spMkLst>
            <pc:docMk/>
            <pc:sldMk cId="1651640705" sldId="258"/>
            <ac:spMk id="30" creationId="{08B909C4-A73F-4E84-BA37-3D48F33E93D0}"/>
          </ac:spMkLst>
        </pc:sp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5" creationId="{25354B72-0695-4CE1-BC93-259B21368047}"/>
          </ac:picMkLst>
        </pc:pic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6" creationId="{2CA40D56-91DC-438F-93AB-2A5A1DAF89F2}"/>
          </ac:picMkLst>
        </pc:pic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7" creationId="{6BB6A669-55DF-4023-8A22-E2928E4D2314}"/>
          </ac:picMkLst>
        </pc:picChg>
        <pc:picChg chg="add del mod">
          <ac:chgData name="Matteo Francia" userId="fbe833e6-b551-4418-a2a7-4d1023d25bd4" providerId="ADAL" clId="{9BDAC726-A033-456D-871E-61EBD8BAEF58}" dt="2024-11-11T11:32:00.607" v="17" actId="478"/>
          <ac:picMkLst>
            <pc:docMk/>
            <pc:sldMk cId="1651640705" sldId="258"/>
            <ac:picMk id="8" creationId="{2BE540EC-256C-49B2-8EC4-6C693A03832E}"/>
          </ac:picMkLst>
        </pc:picChg>
        <pc:picChg chg="add del mod">
          <ac:chgData name="Matteo Francia" userId="fbe833e6-b551-4418-a2a7-4d1023d25bd4" providerId="ADAL" clId="{9BDAC726-A033-456D-871E-61EBD8BAEF58}" dt="2024-11-11T11:32:00.607" v="17" actId="478"/>
          <ac:picMkLst>
            <pc:docMk/>
            <pc:sldMk cId="1651640705" sldId="258"/>
            <ac:picMk id="9" creationId="{BDC041FA-18B6-4D47-9816-A18AFB6B3C6E}"/>
          </ac:picMkLst>
        </pc:picChg>
        <pc:picChg chg="add del mod">
          <ac:chgData name="Matteo Francia" userId="fbe833e6-b551-4418-a2a7-4d1023d25bd4" providerId="ADAL" clId="{9BDAC726-A033-456D-871E-61EBD8BAEF58}" dt="2024-11-11T11:32:00.607" v="17" actId="478"/>
          <ac:picMkLst>
            <pc:docMk/>
            <pc:sldMk cId="1651640705" sldId="258"/>
            <ac:picMk id="10" creationId="{5B963060-F0D3-4657-B186-61CC982002AA}"/>
          </ac:picMkLst>
        </pc:pic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11" creationId="{EE12E139-4D65-4DD9-BA34-B168798D520E}"/>
          </ac:picMkLst>
        </pc:pic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12" creationId="{FFE63218-16C8-47DB-AD6A-D7001087D59D}"/>
          </ac:picMkLst>
        </pc:pic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13" creationId="{6E0761F1-1A1F-40D2-B8CB-CC0E66EC5DBF}"/>
          </ac:picMkLst>
        </pc:pic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14" creationId="{8026CD18-7277-4E70-8BAE-66EBDA4652E0}"/>
          </ac:picMkLst>
        </pc:pic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15" creationId="{27C393C9-F356-458C-B817-86B485DD1BDB}"/>
          </ac:picMkLst>
        </pc:picChg>
        <pc:picChg chg="add mod">
          <ac:chgData name="Matteo Francia" userId="fbe833e6-b551-4418-a2a7-4d1023d25bd4" providerId="ADAL" clId="{9BDAC726-A033-456D-871E-61EBD8BAEF58}" dt="2024-11-11T11:32:10.813" v="22" actId="1076"/>
          <ac:picMkLst>
            <pc:docMk/>
            <pc:sldMk cId="1651640705" sldId="258"/>
            <ac:picMk id="16" creationId="{74D96D01-1000-4E37-8020-53978D91A627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17" creationId="{496489C3-D5A5-4E41-80B7-ED27687B3917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18" creationId="{95B72A46-1E15-4ED2-A404-B2D0A21247C0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19" creationId="{C91139F3-B701-4792-B233-9431743B2FF1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20" creationId="{F9E2EBDC-6D29-4155-9E0D-825C53A4875D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21" creationId="{FDD15944-1902-4698-8EAD-323DACFA3639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22" creationId="{7BA8C936-143C-48E0-AD45-70E0D9360954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23" creationId="{F99F17D8-6B64-442E-BFC2-10E8DF16AA30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24" creationId="{02FEFE06-DF07-47C0-826B-FF8E3B69273F}"/>
          </ac:picMkLst>
        </pc:picChg>
        <pc:picChg chg="add mod">
          <ac:chgData name="Matteo Francia" userId="fbe833e6-b551-4418-a2a7-4d1023d25bd4" providerId="ADAL" clId="{9BDAC726-A033-456D-871E-61EBD8BAEF58}" dt="2024-11-11T11:32:14.743" v="24" actId="1076"/>
          <ac:picMkLst>
            <pc:docMk/>
            <pc:sldMk cId="1651640705" sldId="258"/>
            <ac:picMk id="25" creationId="{5450A997-67F0-4922-8A06-B859D0E73DB7}"/>
          </ac:picMkLst>
        </pc:picChg>
        <pc:picChg chg="add mod">
          <ac:chgData name="Matteo Francia" userId="fbe833e6-b551-4418-a2a7-4d1023d25bd4" providerId="ADAL" clId="{9BDAC726-A033-456D-871E-61EBD8BAEF58}" dt="2024-11-11T11:33:27.405" v="60" actId="1037"/>
          <ac:picMkLst>
            <pc:docMk/>
            <pc:sldMk cId="1651640705" sldId="258"/>
            <ac:picMk id="26" creationId="{AE5C3461-E825-4307-9DA2-A19A9DAB8DCC}"/>
          </ac:picMkLst>
        </pc:picChg>
        <pc:picChg chg="add mod">
          <ac:chgData name="Matteo Francia" userId="fbe833e6-b551-4418-a2a7-4d1023d25bd4" providerId="ADAL" clId="{9BDAC726-A033-456D-871E-61EBD8BAEF58}" dt="2024-11-11T11:33:27.405" v="60" actId="1037"/>
          <ac:picMkLst>
            <pc:docMk/>
            <pc:sldMk cId="1651640705" sldId="258"/>
            <ac:picMk id="27" creationId="{3CE3DB5F-C8EB-4615-A380-4DBFF86FE4BF}"/>
          </ac:picMkLst>
        </pc:picChg>
      </pc:sldChg>
      <pc:sldChg chg="addSp delSp modSp new mod">
        <pc:chgData name="Matteo Francia" userId="fbe833e6-b551-4418-a2a7-4d1023d25bd4" providerId="ADAL" clId="{9BDAC726-A033-456D-871E-61EBD8BAEF58}" dt="2024-11-11T11:50:46.073" v="282" actId="208"/>
        <pc:sldMkLst>
          <pc:docMk/>
          <pc:sldMk cId="2694379406" sldId="259"/>
        </pc:sldMkLst>
        <pc:spChg chg="del">
          <ac:chgData name="Matteo Francia" userId="fbe833e6-b551-4418-a2a7-4d1023d25bd4" providerId="ADAL" clId="{9BDAC726-A033-456D-871E-61EBD8BAEF58}" dt="2024-11-11T11:43:36.492" v="65" actId="478"/>
          <ac:spMkLst>
            <pc:docMk/>
            <pc:sldMk cId="2694379406" sldId="259"/>
            <ac:spMk id="2" creationId="{10121C8E-110A-40A7-B39D-B162DE9350E5}"/>
          </ac:spMkLst>
        </pc:spChg>
        <pc:spChg chg="del">
          <ac:chgData name="Matteo Francia" userId="fbe833e6-b551-4418-a2a7-4d1023d25bd4" providerId="ADAL" clId="{9BDAC726-A033-456D-871E-61EBD8BAEF58}" dt="2024-11-11T11:43:36.492" v="65" actId="478"/>
          <ac:spMkLst>
            <pc:docMk/>
            <pc:sldMk cId="2694379406" sldId="259"/>
            <ac:spMk id="3" creationId="{0E657DC8-E0DE-4F39-A6D4-EDB7FF38C3AB}"/>
          </ac:spMkLst>
        </pc:spChg>
        <pc:spChg chg="add del mod">
          <ac:chgData name="Matteo Francia" userId="fbe833e6-b551-4418-a2a7-4d1023d25bd4" providerId="ADAL" clId="{9BDAC726-A033-456D-871E-61EBD8BAEF58}" dt="2024-11-11T11:43:40.674" v="69"/>
          <ac:spMkLst>
            <pc:docMk/>
            <pc:sldMk cId="2694379406" sldId="259"/>
            <ac:spMk id="5" creationId="{F52DDF54-874C-4011-89D3-0D8D449F3087}"/>
          </ac:spMkLst>
        </pc:spChg>
        <pc:spChg chg="del mod">
          <ac:chgData name="Matteo Francia" userId="fbe833e6-b551-4418-a2a7-4d1023d25bd4" providerId="ADAL" clId="{9BDAC726-A033-456D-871E-61EBD8BAEF58}" dt="2024-11-11T11:44:31.951" v="73" actId="478"/>
          <ac:spMkLst>
            <pc:docMk/>
            <pc:sldMk cId="2694379406" sldId="259"/>
            <ac:spMk id="9" creationId="{5721B39D-EFB5-4572-ACC6-3E68078508F4}"/>
          </ac:spMkLst>
        </pc:spChg>
        <pc:spChg chg="mod topLvl">
          <ac:chgData name="Matteo Francia" userId="fbe833e6-b551-4418-a2a7-4d1023d25bd4" providerId="ADAL" clId="{9BDAC726-A033-456D-871E-61EBD8BAEF58}" dt="2024-11-11T11:48:37.697" v="228" actId="14100"/>
          <ac:spMkLst>
            <pc:docMk/>
            <pc:sldMk cId="2694379406" sldId="259"/>
            <ac:spMk id="12" creationId="{211268BA-2B33-4A25-B544-E9E5287F4667}"/>
          </ac:spMkLst>
        </pc:spChg>
        <pc:spChg chg="mod topLvl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14" creationId="{576F34F9-F186-4FA5-AABF-86E1ED7D783C}"/>
          </ac:spMkLst>
        </pc:spChg>
        <pc:spChg chg="mod ord topLvl">
          <ac:chgData name="Matteo Francia" userId="fbe833e6-b551-4418-a2a7-4d1023d25bd4" providerId="ADAL" clId="{9BDAC726-A033-456D-871E-61EBD8BAEF58}" dt="2024-11-11T11:47:48.788" v="202" actId="14100"/>
          <ac:spMkLst>
            <pc:docMk/>
            <pc:sldMk cId="2694379406" sldId="259"/>
            <ac:spMk id="15" creationId="{F612E016-15D9-4B54-9DA5-77529AB01408}"/>
          </ac:spMkLst>
        </pc:spChg>
        <pc:spChg chg="mod topLvl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16" creationId="{E1F2A5B2-6076-4852-96A1-46AA22CE535A}"/>
          </ac:spMkLst>
        </pc:spChg>
        <pc:spChg chg="mod topLvl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17" creationId="{18410403-DBDE-4CA4-9CD7-9AF0190A01B1}"/>
          </ac:spMkLst>
        </pc:spChg>
        <pc:spChg chg="mod topLvl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18" creationId="{B90E7608-2C97-4104-9C8C-1FE4B651CB0D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20" creationId="{4EC54494-3603-4A3C-BA28-01776F43CCFE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24" creationId="{48E65077-0116-41EB-9ED9-96F7DE76A772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25" creationId="{B0335D2F-84AE-4E0F-B4D2-C5951BD1DDED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28" creationId="{E6C6827C-67F1-4F93-BD55-274839FE56D3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31" creationId="{46237F4A-8FF5-4748-9F25-5978447F40AE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35" creationId="{4E15EC3A-F853-4808-8739-B2519379E9EB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36" creationId="{1CA65269-7FAA-4DED-AE6E-CD69302C65F9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40" creationId="{C1898AA7-BF2A-4038-A9D0-F862221DBAF6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41" creationId="{2A8F39AA-558C-4A15-8420-4412ED9E8439}"/>
          </ac:spMkLst>
        </pc:spChg>
        <pc:spChg chg="del mod topLvl">
          <ac:chgData name="Matteo Francia" userId="fbe833e6-b551-4418-a2a7-4d1023d25bd4" providerId="ADAL" clId="{9BDAC726-A033-456D-871E-61EBD8BAEF58}" dt="2024-11-11T11:49:15.660" v="232" actId="478"/>
          <ac:spMkLst>
            <pc:docMk/>
            <pc:sldMk cId="2694379406" sldId="259"/>
            <ac:spMk id="44" creationId="{1C3E4365-57D6-43F4-BC1D-7C9635490D1B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48" creationId="{BBE65653-ED16-41DC-9D9E-BCEE51610CB9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49" creationId="{2B0E2676-3499-4807-96E1-03522CBC60AA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52" creationId="{CDB3948B-D741-4209-B250-1F0E105E2A90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55" creationId="{8DE85678-7DDD-40C2-95F3-B74D67166D6A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59" creationId="{01DED75F-0F21-4CA6-9412-7027FBE95692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60" creationId="{3A766CBD-2ADE-485C-9FBD-A96F0A4662DB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64" creationId="{C1957ECA-9618-45DC-A434-CB5121FA41E0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65" creationId="{26EA561C-2A66-43C8-AFBF-FD934F22E47A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69" creationId="{DC91A805-4452-45A1-ACF3-92B724C629DB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70" creationId="{14D5ADF9-6C94-484E-8641-71200AFFFB0C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73" creationId="{D8378B40-08C1-4AA4-B414-A333F8983ACD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77" creationId="{59630903-8748-4AB7-864E-A1F8F64F7A89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78" creationId="{A784AB42-EE99-4392-8531-6E46A6899986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81" creationId="{C2770C52-4806-4DDB-8A14-6DBC01E5707C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84" creationId="{20168C60-5754-4F3E-A56B-17DFB098D1A0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87" creationId="{11112A6F-8801-44F9-AC6C-B2F632B3C960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90" creationId="{5C0E6F12-8A13-477D-8912-40A770A86EAD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93" creationId="{32E249E6-2EB8-4201-A413-0B69A2ACB3E2}"/>
          </ac:spMkLst>
        </pc:spChg>
        <pc:spChg chg="mod topLvl">
          <ac:chgData name="Matteo Francia" userId="fbe833e6-b551-4418-a2a7-4d1023d25bd4" providerId="ADAL" clId="{9BDAC726-A033-456D-871E-61EBD8BAEF58}" dt="2024-11-11T11:50:46.073" v="282" actId="208"/>
          <ac:spMkLst>
            <pc:docMk/>
            <pc:sldMk cId="2694379406" sldId="259"/>
            <ac:spMk id="95" creationId="{5341FE33-9C6C-4272-9CE0-C4527F38589C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97" creationId="{56546BE4-F8CF-428C-8C9F-D4740229AFD9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98" creationId="{ACA454BD-A0B9-4E86-AC87-2DA1537143CD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101" creationId="{E5E3D9C9-59A7-44DE-8B07-901CF2C80DD4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102" creationId="{9EAEE185-40BC-4B45-B462-119A451A41F3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105" creationId="{0656E898-BABE-4720-8A47-846C650CBFFA}"/>
          </ac:spMkLst>
        </pc:spChg>
        <pc:spChg chg="mod">
          <ac:chgData name="Matteo Francia" userId="fbe833e6-b551-4418-a2a7-4d1023d25bd4" providerId="ADAL" clId="{9BDAC726-A033-456D-871E-61EBD8BAEF58}" dt="2024-11-11T11:46:47.566" v="177" actId="2711"/>
          <ac:spMkLst>
            <pc:docMk/>
            <pc:sldMk cId="2694379406" sldId="259"/>
            <ac:spMk id="108" creationId="{D3A03B75-D2BD-43AF-B0FE-785D560D7139}"/>
          </ac:spMkLst>
        </pc:spChg>
        <pc:spChg chg="mod topLvl">
          <ac:chgData name="Matteo Francia" userId="fbe833e6-b551-4418-a2a7-4d1023d25bd4" providerId="ADAL" clId="{9BDAC726-A033-456D-871E-61EBD8BAEF58}" dt="2024-11-11T11:48:47.358" v="231" actId="1036"/>
          <ac:spMkLst>
            <pc:docMk/>
            <pc:sldMk cId="2694379406" sldId="259"/>
            <ac:spMk id="110" creationId="{842ACBC5-A855-429A-86EA-CCB1C594F7B7}"/>
          </ac:spMkLst>
        </pc:spChg>
        <pc:spChg chg="mod">
          <ac:chgData name="Matteo Francia" userId="fbe833e6-b551-4418-a2a7-4d1023d25bd4" providerId="ADAL" clId="{9BDAC726-A033-456D-871E-61EBD8BAEF58}" dt="2024-11-11T11:44:44.801" v="76" actId="571"/>
          <ac:spMkLst>
            <pc:docMk/>
            <pc:sldMk cId="2694379406" sldId="259"/>
            <ac:spMk id="112" creationId="{018E1C47-EBC6-41C1-BB93-9190C83A9BD9}"/>
          </ac:spMkLst>
        </pc:spChg>
        <pc:spChg chg="mod">
          <ac:chgData name="Matteo Francia" userId="fbe833e6-b551-4418-a2a7-4d1023d25bd4" providerId="ADAL" clId="{9BDAC726-A033-456D-871E-61EBD8BAEF58}" dt="2024-11-11T11:44:44.801" v="76" actId="571"/>
          <ac:spMkLst>
            <pc:docMk/>
            <pc:sldMk cId="2694379406" sldId="259"/>
            <ac:spMk id="115" creationId="{BADEB6F7-7941-4579-A915-EE674778B0D3}"/>
          </ac:spMkLst>
        </pc:spChg>
        <pc:spChg chg="mod">
          <ac:chgData name="Matteo Francia" userId="fbe833e6-b551-4418-a2a7-4d1023d25bd4" providerId="ADAL" clId="{9BDAC726-A033-456D-871E-61EBD8BAEF58}" dt="2024-11-11T11:44:44.801" v="76" actId="571"/>
          <ac:spMkLst>
            <pc:docMk/>
            <pc:sldMk cId="2694379406" sldId="259"/>
            <ac:spMk id="120" creationId="{935DFE6E-3727-44D2-8F69-9C35ED91EBEB}"/>
          </ac:spMkLst>
        </pc:spChg>
        <pc:spChg chg="mod">
          <ac:chgData name="Matteo Francia" userId="fbe833e6-b551-4418-a2a7-4d1023d25bd4" providerId="ADAL" clId="{9BDAC726-A033-456D-871E-61EBD8BAEF58}" dt="2024-11-11T11:44:44.801" v="76" actId="571"/>
          <ac:spMkLst>
            <pc:docMk/>
            <pc:sldMk cId="2694379406" sldId="259"/>
            <ac:spMk id="121" creationId="{22124A58-15E0-4A70-ADBE-E9E05D2DB443}"/>
          </ac:spMkLst>
        </pc:spChg>
        <pc:spChg chg="mod">
          <ac:chgData name="Matteo Francia" userId="fbe833e6-b551-4418-a2a7-4d1023d25bd4" providerId="ADAL" clId="{9BDAC726-A033-456D-871E-61EBD8BAEF58}" dt="2024-11-11T11:44:44.801" v="76" actId="571"/>
          <ac:spMkLst>
            <pc:docMk/>
            <pc:sldMk cId="2694379406" sldId="259"/>
            <ac:spMk id="125" creationId="{619100B4-D9B5-41BB-8A0D-007A08149343}"/>
          </ac:spMkLst>
        </pc:spChg>
        <pc:spChg chg="mod">
          <ac:chgData name="Matteo Francia" userId="fbe833e6-b551-4418-a2a7-4d1023d25bd4" providerId="ADAL" clId="{9BDAC726-A033-456D-871E-61EBD8BAEF58}" dt="2024-11-11T11:44:44.801" v="76" actId="571"/>
          <ac:spMkLst>
            <pc:docMk/>
            <pc:sldMk cId="2694379406" sldId="259"/>
            <ac:spMk id="126" creationId="{EC521891-62FE-4D34-9840-672B80E4ACCF}"/>
          </ac:spMkLst>
        </pc:spChg>
        <pc:spChg chg="mod">
          <ac:chgData name="Matteo Francia" userId="fbe833e6-b551-4418-a2a7-4d1023d25bd4" providerId="ADAL" clId="{9BDAC726-A033-456D-871E-61EBD8BAEF58}" dt="2024-11-11T11:45:13.421" v="130" actId="571"/>
          <ac:spMkLst>
            <pc:docMk/>
            <pc:sldMk cId="2694379406" sldId="259"/>
            <ac:spMk id="128" creationId="{CABA1601-D0EB-4B23-9EAE-78B59AEA811C}"/>
          </ac:spMkLst>
        </pc:spChg>
        <pc:spChg chg="mod">
          <ac:chgData name="Matteo Francia" userId="fbe833e6-b551-4418-a2a7-4d1023d25bd4" providerId="ADAL" clId="{9BDAC726-A033-456D-871E-61EBD8BAEF58}" dt="2024-11-11T11:45:13.421" v="130" actId="571"/>
          <ac:spMkLst>
            <pc:docMk/>
            <pc:sldMk cId="2694379406" sldId="259"/>
            <ac:spMk id="133" creationId="{BE76694C-6A58-4424-807C-5D931BEC127F}"/>
          </ac:spMkLst>
        </pc:spChg>
        <pc:spChg chg="mod">
          <ac:chgData name="Matteo Francia" userId="fbe833e6-b551-4418-a2a7-4d1023d25bd4" providerId="ADAL" clId="{9BDAC726-A033-456D-871E-61EBD8BAEF58}" dt="2024-11-11T11:45:13.421" v="130" actId="571"/>
          <ac:spMkLst>
            <pc:docMk/>
            <pc:sldMk cId="2694379406" sldId="259"/>
            <ac:spMk id="134" creationId="{38559C3F-CF68-4ABA-8BE5-3EACAEDB162F}"/>
          </ac:spMkLst>
        </pc:spChg>
        <pc:spChg chg="add mod">
          <ac:chgData name="Matteo Francia" userId="fbe833e6-b551-4418-a2a7-4d1023d25bd4" providerId="ADAL" clId="{9BDAC726-A033-456D-871E-61EBD8BAEF58}" dt="2024-11-11T11:50:46.073" v="282" actId="208"/>
          <ac:spMkLst>
            <pc:docMk/>
            <pc:sldMk cId="2694379406" sldId="259"/>
            <ac:spMk id="135" creationId="{9F4400B5-795B-441E-8865-FC0B6DF8D92D}"/>
          </ac:spMkLst>
        </pc:spChg>
        <pc:spChg chg="add mod">
          <ac:chgData name="Matteo Francia" userId="fbe833e6-b551-4418-a2a7-4d1023d25bd4" providerId="ADAL" clId="{9BDAC726-A033-456D-871E-61EBD8BAEF58}" dt="2024-11-11T11:49:35.863" v="242" actId="1037"/>
          <ac:spMkLst>
            <pc:docMk/>
            <pc:sldMk cId="2694379406" sldId="259"/>
            <ac:spMk id="137" creationId="{9AB47202-0F8F-4AD4-9B93-02480CBE3557}"/>
          </ac:spMkLst>
        </pc:spChg>
        <pc:spChg chg="add mod">
          <ac:chgData name="Matteo Francia" userId="fbe833e6-b551-4418-a2a7-4d1023d25bd4" providerId="ADAL" clId="{9BDAC726-A033-456D-871E-61EBD8BAEF58}" dt="2024-11-11T11:50:16.507" v="272" actId="20577"/>
          <ac:spMkLst>
            <pc:docMk/>
            <pc:sldMk cId="2694379406" sldId="259"/>
            <ac:spMk id="139" creationId="{0F808CDE-3FFC-4B5A-BC9C-6BCEC9C99999}"/>
          </ac:spMkLst>
        </pc:spChg>
        <pc:spChg chg="add mod">
          <ac:chgData name="Matteo Francia" userId="fbe833e6-b551-4418-a2a7-4d1023d25bd4" providerId="ADAL" clId="{9BDAC726-A033-456D-871E-61EBD8BAEF58}" dt="2024-11-11T11:50:24.418" v="280" actId="20577"/>
          <ac:spMkLst>
            <pc:docMk/>
            <pc:sldMk cId="2694379406" sldId="259"/>
            <ac:spMk id="140" creationId="{929C9CFE-6B57-458B-9565-A18DE4DB0A4C}"/>
          </ac:spMkLst>
        </pc:spChg>
        <pc:grpChg chg="del mod">
          <ac:chgData name="Matteo Francia" userId="fbe833e6-b551-4418-a2a7-4d1023d25bd4" providerId="ADAL" clId="{9BDAC726-A033-456D-871E-61EBD8BAEF58}" dt="2024-11-11T11:44:26.156" v="71" actId="27803"/>
          <ac:grpSpMkLst>
            <pc:docMk/>
            <pc:sldMk cId="2694379406" sldId="259"/>
            <ac:grpSpMk id="8" creationId="{4DE912BA-957C-46D2-A74D-BD6F7BE03896}"/>
          </ac:grpSpMkLst>
        </pc:grpChg>
        <pc:grpChg chg="del 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10" creationId="{FD3EC926-F414-4FF9-9CD0-3BA64CD862D4}"/>
          </ac:grpSpMkLst>
        </pc:grpChg>
        <pc:grpChg chg="del mod topLvl">
          <ac:chgData name="Matteo Francia" userId="fbe833e6-b551-4418-a2a7-4d1023d25bd4" providerId="ADAL" clId="{9BDAC726-A033-456D-871E-61EBD8BAEF58}" dt="2024-11-11T11:48:27.482" v="221" actId="478"/>
          <ac:grpSpMkLst>
            <pc:docMk/>
            <pc:sldMk cId="2694379406" sldId="259"/>
            <ac:grpSpMk id="11" creationId="{DD95AF50-9940-4469-8F4D-D2112025953B}"/>
          </ac:grpSpMkLst>
        </pc:grpChg>
        <pc:grpChg chg="mod topLvl">
          <ac:chgData name="Matteo Francia" userId="fbe833e6-b551-4418-a2a7-4d1023d25bd4" providerId="ADAL" clId="{9BDAC726-A033-456D-871E-61EBD8BAEF58}" dt="2024-11-11T11:44:59.754" v="87" actId="1035"/>
          <ac:grpSpMkLst>
            <pc:docMk/>
            <pc:sldMk cId="2694379406" sldId="259"/>
            <ac:grpSpMk id="19" creationId="{175E38A3-F3B3-4123-B937-B4458D5872C9}"/>
          </ac:grpSpMkLst>
        </pc:grpChg>
        <pc:grpChg chg="mod topLvl">
          <ac:chgData name="Matteo Francia" userId="fbe833e6-b551-4418-a2a7-4d1023d25bd4" providerId="ADAL" clId="{9BDAC726-A033-456D-871E-61EBD8BAEF58}" dt="2024-11-11T11:45:10.261" v="128" actId="1037"/>
          <ac:grpSpMkLst>
            <pc:docMk/>
            <pc:sldMk cId="2694379406" sldId="259"/>
            <ac:grpSpMk id="22" creationId="{3D54061A-93D1-4736-8472-736E1E64495C}"/>
          </ac:grpSpMkLst>
        </pc:grpChg>
        <pc:grpChg chg="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23" creationId="{5791C244-D19C-498E-B5C5-E562AA75207A}"/>
          </ac:grpSpMkLst>
        </pc:grpChg>
        <pc:grpChg chg="mod topLvl">
          <ac:chgData name="Matteo Francia" userId="fbe833e6-b551-4418-a2a7-4d1023d25bd4" providerId="ADAL" clId="{9BDAC726-A033-456D-871E-61EBD8BAEF58}" dt="2024-11-11T11:45:19.633" v="131" actId="408"/>
          <ac:grpSpMkLst>
            <pc:docMk/>
            <pc:sldMk cId="2694379406" sldId="259"/>
            <ac:grpSpMk id="27" creationId="{F82AE91F-7315-4FFA-9660-105CCA00873D}"/>
          </ac:grpSpMkLst>
        </pc:grpChg>
        <pc:grpChg chg="mod topLvl">
          <ac:chgData name="Matteo Francia" userId="fbe833e6-b551-4418-a2a7-4d1023d25bd4" providerId="ADAL" clId="{9BDAC726-A033-456D-871E-61EBD8BAEF58}" dt="2024-11-11T11:49:23.566" v="236" actId="1076"/>
          <ac:grpSpMkLst>
            <pc:docMk/>
            <pc:sldMk cId="2694379406" sldId="259"/>
            <ac:grpSpMk id="30" creationId="{AF34AB16-D1A6-447A-82C5-E5F0B27643E3}"/>
          </ac:grpSpMkLst>
        </pc:grpChg>
        <pc:grpChg chg="mod topLvl">
          <ac:chgData name="Matteo Francia" userId="fbe833e6-b551-4418-a2a7-4d1023d25bd4" providerId="ADAL" clId="{9BDAC726-A033-456D-871E-61EBD8BAEF58}" dt="2024-11-11T11:45:19.633" v="131" actId="408"/>
          <ac:grpSpMkLst>
            <pc:docMk/>
            <pc:sldMk cId="2694379406" sldId="259"/>
            <ac:grpSpMk id="33" creationId="{DFAC40C7-631A-4A64-BE3B-4FCCF8655C5E}"/>
          </ac:grpSpMkLst>
        </pc:grpChg>
        <pc:grpChg chg="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34" creationId="{2AA76011-A98C-4205-8F32-E6ED5933C01C}"/>
          </ac:grpSpMkLst>
        </pc:grpChg>
        <pc:grpChg chg="mod topLvl">
          <ac:chgData name="Matteo Francia" userId="fbe833e6-b551-4418-a2a7-4d1023d25bd4" providerId="ADAL" clId="{9BDAC726-A033-456D-871E-61EBD8BAEF58}" dt="2024-11-11T11:44:59.754" v="87" actId="1035"/>
          <ac:grpSpMkLst>
            <pc:docMk/>
            <pc:sldMk cId="2694379406" sldId="259"/>
            <ac:grpSpMk id="38" creationId="{86907B1B-39BF-401A-B68B-68F9881727E8}"/>
          </ac:grpSpMkLst>
        </pc:grpChg>
        <pc:grpChg chg="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39" creationId="{32D0D1C9-4952-424E-AD7E-C642FB16BCC5}"/>
          </ac:grpSpMkLst>
        </pc:grpChg>
        <pc:grpChg chg="del mod topLvl">
          <ac:chgData name="Matteo Francia" userId="fbe833e6-b551-4418-a2a7-4d1023d25bd4" providerId="ADAL" clId="{9BDAC726-A033-456D-871E-61EBD8BAEF58}" dt="2024-11-11T11:49:15.660" v="232" actId="478"/>
          <ac:grpSpMkLst>
            <pc:docMk/>
            <pc:sldMk cId="2694379406" sldId="259"/>
            <ac:grpSpMk id="43" creationId="{9703FE68-FD33-4896-88A7-91576E2C9724}"/>
          </ac:grpSpMkLst>
        </pc:grpChg>
        <pc:grpChg chg="mod topLvl">
          <ac:chgData name="Matteo Francia" userId="fbe833e6-b551-4418-a2a7-4d1023d25bd4" providerId="ADAL" clId="{9BDAC726-A033-456D-871E-61EBD8BAEF58}" dt="2024-11-11T11:45:19.633" v="131" actId="408"/>
          <ac:grpSpMkLst>
            <pc:docMk/>
            <pc:sldMk cId="2694379406" sldId="259"/>
            <ac:grpSpMk id="46" creationId="{9DACB378-4AA6-480D-B889-A5B68845E4ED}"/>
          </ac:grpSpMkLst>
        </pc:grpChg>
        <pc:grpChg chg="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47" creationId="{C9C4FDD3-C0BF-497F-A9A6-7761D5CA2EE5}"/>
          </ac:grpSpMkLst>
        </pc:grpChg>
        <pc:grpChg chg="mod topLvl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51" creationId="{F9249F4B-1E79-4784-9811-233A57EE9B12}"/>
          </ac:grpSpMkLst>
        </pc:grpChg>
        <pc:grpChg chg="mod topLvl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54" creationId="{E4572841-4E9F-4249-BCF4-F033207B91F5}"/>
          </ac:grpSpMkLst>
        </pc:grpChg>
        <pc:grpChg chg="mod topLvl">
          <ac:chgData name="Matteo Francia" userId="fbe833e6-b551-4418-a2a7-4d1023d25bd4" providerId="ADAL" clId="{9BDAC726-A033-456D-871E-61EBD8BAEF58}" dt="2024-11-11T11:45:10.261" v="128" actId="1037"/>
          <ac:grpSpMkLst>
            <pc:docMk/>
            <pc:sldMk cId="2694379406" sldId="259"/>
            <ac:grpSpMk id="57" creationId="{1A61289C-D90B-49E2-9B17-03EAA0A51B6D}"/>
          </ac:grpSpMkLst>
        </pc:grpChg>
        <pc:grpChg chg="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58" creationId="{0E074D11-DC88-40BC-A00D-BCEF9A310853}"/>
          </ac:grpSpMkLst>
        </pc:grpChg>
        <pc:grpChg chg="mod topLvl">
          <ac:chgData name="Matteo Francia" userId="fbe833e6-b551-4418-a2a7-4d1023d25bd4" providerId="ADAL" clId="{9BDAC726-A033-456D-871E-61EBD8BAEF58}" dt="2024-11-11T11:45:10.261" v="128" actId="1037"/>
          <ac:grpSpMkLst>
            <pc:docMk/>
            <pc:sldMk cId="2694379406" sldId="259"/>
            <ac:grpSpMk id="62" creationId="{7DE49BF3-F11B-4CC9-B3DD-AB4A6192C282}"/>
          </ac:grpSpMkLst>
        </pc:grpChg>
        <pc:grpChg chg="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63" creationId="{F3F5232F-EA33-4383-A229-637B55C21FF2}"/>
          </ac:grpSpMkLst>
        </pc:grpChg>
        <pc:grpChg chg="mod topLvl">
          <ac:chgData name="Matteo Francia" userId="fbe833e6-b551-4418-a2a7-4d1023d25bd4" providerId="ADAL" clId="{9BDAC726-A033-456D-871E-61EBD8BAEF58}" dt="2024-11-11T11:45:10.261" v="128" actId="1037"/>
          <ac:grpSpMkLst>
            <pc:docMk/>
            <pc:sldMk cId="2694379406" sldId="259"/>
            <ac:grpSpMk id="67" creationId="{E677BACD-EC1A-4931-BBAB-CA6462F05B58}"/>
          </ac:grpSpMkLst>
        </pc:grpChg>
        <pc:grpChg chg="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68" creationId="{68F6DF64-8791-4DF3-822D-02FCECF4AD99}"/>
          </ac:grpSpMkLst>
        </pc:grpChg>
        <pc:grpChg chg="mod topLvl">
          <ac:chgData name="Matteo Francia" userId="fbe833e6-b551-4418-a2a7-4d1023d25bd4" providerId="ADAL" clId="{9BDAC726-A033-456D-871E-61EBD8BAEF58}" dt="2024-11-11T11:48:11.333" v="208" actId="14100"/>
          <ac:grpSpMkLst>
            <pc:docMk/>
            <pc:sldMk cId="2694379406" sldId="259"/>
            <ac:grpSpMk id="72" creationId="{28C50968-6E96-4AAC-878E-BE0C1B67E115}"/>
          </ac:grpSpMkLst>
        </pc:grpChg>
        <pc:grpChg chg="mod topLvl">
          <ac:chgData name="Matteo Francia" userId="fbe833e6-b551-4418-a2a7-4d1023d25bd4" providerId="ADAL" clId="{9BDAC726-A033-456D-871E-61EBD8BAEF58}" dt="2024-11-11T11:44:59.754" v="87" actId="1035"/>
          <ac:grpSpMkLst>
            <pc:docMk/>
            <pc:sldMk cId="2694379406" sldId="259"/>
            <ac:grpSpMk id="75" creationId="{7B4ADCF1-1F95-46A3-A0A8-1F4F221345ED}"/>
          </ac:grpSpMkLst>
        </pc:grpChg>
        <pc:grpChg chg="mod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76" creationId="{2221B4EC-A58D-443F-8D81-550289218479}"/>
          </ac:grpSpMkLst>
        </pc:grpChg>
        <pc:grpChg chg="mod topLvl">
          <ac:chgData name="Matteo Francia" userId="fbe833e6-b551-4418-a2a7-4d1023d25bd4" providerId="ADAL" clId="{9BDAC726-A033-456D-871E-61EBD8BAEF58}" dt="2024-11-11T11:48:42.468" v="229" actId="1076"/>
          <ac:grpSpMkLst>
            <pc:docMk/>
            <pc:sldMk cId="2694379406" sldId="259"/>
            <ac:grpSpMk id="80" creationId="{5405B6C6-2023-4974-A1A5-1D7C7742411B}"/>
          </ac:grpSpMkLst>
        </pc:grpChg>
        <pc:grpChg chg="mod topLvl">
          <ac:chgData name="Matteo Francia" userId="fbe833e6-b551-4418-a2a7-4d1023d25bd4" providerId="ADAL" clId="{9BDAC726-A033-456D-871E-61EBD8BAEF58}" dt="2024-11-11T11:47:38.243" v="197" actId="1076"/>
          <ac:grpSpMkLst>
            <pc:docMk/>
            <pc:sldMk cId="2694379406" sldId="259"/>
            <ac:grpSpMk id="83" creationId="{D6BF2D32-A14B-4B15-BF90-5D1316781190}"/>
          </ac:grpSpMkLst>
        </pc:grpChg>
        <pc:grpChg chg="mod topLvl">
          <ac:chgData name="Matteo Francia" userId="fbe833e6-b551-4418-a2a7-4d1023d25bd4" providerId="ADAL" clId="{9BDAC726-A033-456D-871E-61EBD8BAEF58}" dt="2024-11-11T11:44:59.754" v="87" actId="1035"/>
          <ac:grpSpMkLst>
            <pc:docMk/>
            <pc:sldMk cId="2694379406" sldId="259"/>
            <ac:grpSpMk id="86" creationId="{49991AEE-0437-4647-ABE5-FF7483B78BD8}"/>
          </ac:grpSpMkLst>
        </pc:grpChg>
        <pc:grpChg chg="mod topLvl">
          <ac:chgData name="Matteo Francia" userId="fbe833e6-b551-4418-a2a7-4d1023d25bd4" providerId="ADAL" clId="{9BDAC726-A033-456D-871E-61EBD8BAEF58}" dt="2024-11-11T11:47:42.484" v="199" actId="1076"/>
          <ac:grpSpMkLst>
            <pc:docMk/>
            <pc:sldMk cId="2694379406" sldId="259"/>
            <ac:grpSpMk id="89" creationId="{97ECF057-FAF8-406F-9B21-3FECA81A923F}"/>
          </ac:grpSpMkLst>
        </pc:grpChg>
        <pc:grpChg chg="mod topLvl">
          <ac:chgData name="Matteo Francia" userId="fbe833e6-b551-4418-a2a7-4d1023d25bd4" providerId="ADAL" clId="{9BDAC726-A033-456D-871E-61EBD8BAEF58}" dt="2024-11-11T11:47:46.124" v="201" actId="1076"/>
          <ac:grpSpMkLst>
            <pc:docMk/>
            <pc:sldMk cId="2694379406" sldId="259"/>
            <ac:grpSpMk id="92" creationId="{59CFB8AC-36BA-47C9-8C2A-00FF03C5A39A}"/>
          </ac:grpSpMkLst>
        </pc:grpChg>
        <pc:grpChg chg="mod topLvl">
          <ac:chgData name="Matteo Francia" userId="fbe833e6-b551-4418-a2a7-4d1023d25bd4" providerId="ADAL" clId="{9BDAC726-A033-456D-871E-61EBD8BAEF58}" dt="2024-11-11T11:44:30.193" v="72" actId="165"/>
          <ac:grpSpMkLst>
            <pc:docMk/>
            <pc:sldMk cId="2694379406" sldId="259"/>
            <ac:grpSpMk id="96" creationId="{AB7412B0-0F4B-44C1-BEB2-201FE37C65E8}"/>
          </ac:grpSpMkLst>
        </pc:grpChg>
        <pc:grpChg chg="del mod topLvl">
          <ac:chgData name="Matteo Francia" userId="fbe833e6-b551-4418-a2a7-4d1023d25bd4" providerId="ADAL" clId="{9BDAC726-A033-456D-871E-61EBD8BAEF58}" dt="2024-11-11T11:47:59.665" v="205" actId="478"/>
          <ac:grpSpMkLst>
            <pc:docMk/>
            <pc:sldMk cId="2694379406" sldId="259"/>
            <ac:grpSpMk id="99" creationId="{3B2E8D56-3743-4239-AA84-133277998FC3}"/>
          </ac:grpSpMkLst>
        </pc:grpChg>
        <pc:grpChg chg="mod topLvl">
          <ac:chgData name="Matteo Francia" userId="fbe833e6-b551-4418-a2a7-4d1023d25bd4" providerId="ADAL" clId="{9BDAC726-A033-456D-871E-61EBD8BAEF58}" dt="2024-11-11T11:48:16.451" v="211" actId="1076"/>
          <ac:grpSpMkLst>
            <pc:docMk/>
            <pc:sldMk cId="2694379406" sldId="259"/>
            <ac:grpSpMk id="100" creationId="{DADE3712-3C72-457B-97E7-0490A28399E6}"/>
          </ac:grpSpMkLst>
        </pc:grpChg>
        <pc:grpChg chg="mod topLvl">
          <ac:chgData name="Matteo Francia" userId="fbe833e6-b551-4418-a2a7-4d1023d25bd4" providerId="ADAL" clId="{9BDAC726-A033-456D-871E-61EBD8BAEF58}" dt="2024-11-11T11:46:15.561" v="174" actId="1076"/>
          <ac:grpSpMkLst>
            <pc:docMk/>
            <pc:sldMk cId="2694379406" sldId="259"/>
            <ac:grpSpMk id="104" creationId="{B1B73002-C846-4F4A-A088-C1CABE06CF58}"/>
          </ac:grpSpMkLst>
        </pc:grpChg>
        <pc:grpChg chg="del mod topLvl">
          <ac:chgData name="Matteo Francia" userId="fbe833e6-b551-4418-a2a7-4d1023d25bd4" providerId="ADAL" clId="{9BDAC726-A033-456D-871E-61EBD8BAEF58}" dt="2024-11-11T11:47:11.262" v="188" actId="478"/>
          <ac:grpSpMkLst>
            <pc:docMk/>
            <pc:sldMk cId="2694379406" sldId="259"/>
            <ac:grpSpMk id="107" creationId="{FAE84F48-5BD0-43D0-898A-16C9753C3276}"/>
          </ac:grpSpMkLst>
        </pc:grpChg>
        <pc:grpChg chg="add mod">
          <ac:chgData name="Matteo Francia" userId="fbe833e6-b551-4418-a2a7-4d1023d25bd4" providerId="ADAL" clId="{9BDAC726-A033-456D-871E-61EBD8BAEF58}" dt="2024-11-11T11:44:44.801" v="76" actId="571"/>
          <ac:grpSpMkLst>
            <pc:docMk/>
            <pc:sldMk cId="2694379406" sldId="259"/>
            <ac:grpSpMk id="111" creationId="{3CB14F62-43C9-4719-ACF0-CBADEB675809}"/>
          </ac:grpSpMkLst>
        </pc:grpChg>
        <pc:grpChg chg="add mod">
          <ac:chgData name="Matteo Francia" userId="fbe833e6-b551-4418-a2a7-4d1023d25bd4" providerId="ADAL" clId="{9BDAC726-A033-456D-871E-61EBD8BAEF58}" dt="2024-11-11T11:44:44.801" v="76" actId="571"/>
          <ac:grpSpMkLst>
            <pc:docMk/>
            <pc:sldMk cId="2694379406" sldId="259"/>
            <ac:grpSpMk id="114" creationId="{D1B10309-DF97-4795-8F97-14071EBFB7BE}"/>
          </ac:grpSpMkLst>
        </pc:grpChg>
        <pc:grpChg chg="add mod">
          <ac:chgData name="Matteo Francia" userId="fbe833e6-b551-4418-a2a7-4d1023d25bd4" providerId="ADAL" clId="{9BDAC726-A033-456D-871E-61EBD8BAEF58}" dt="2024-11-11T11:44:44.801" v="76" actId="571"/>
          <ac:grpSpMkLst>
            <pc:docMk/>
            <pc:sldMk cId="2694379406" sldId="259"/>
            <ac:grpSpMk id="117" creationId="{11C90C17-A0AD-4655-AD6F-4AB48DD0E4D3}"/>
          </ac:grpSpMkLst>
        </pc:grpChg>
        <pc:grpChg chg="mod">
          <ac:chgData name="Matteo Francia" userId="fbe833e6-b551-4418-a2a7-4d1023d25bd4" providerId="ADAL" clId="{9BDAC726-A033-456D-871E-61EBD8BAEF58}" dt="2024-11-11T11:44:44.801" v="76" actId="571"/>
          <ac:grpSpMkLst>
            <pc:docMk/>
            <pc:sldMk cId="2694379406" sldId="259"/>
            <ac:grpSpMk id="118" creationId="{F0DF27D1-FEA2-4FCE-B511-F81C67E62009}"/>
          </ac:grpSpMkLst>
        </pc:grpChg>
        <pc:grpChg chg="add mod">
          <ac:chgData name="Matteo Francia" userId="fbe833e6-b551-4418-a2a7-4d1023d25bd4" providerId="ADAL" clId="{9BDAC726-A033-456D-871E-61EBD8BAEF58}" dt="2024-11-11T11:44:44.801" v="76" actId="571"/>
          <ac:grpSpMkLst>
            <pc:docMk/>
            <pc:sldMk cId="2694379406" sldId="259"/>
            <ac:grpSpMk id="122" creationId="{05A57B7D-46A2-4DB7-AB07-478BE4C11402}"/>
          </ac:grpSpMkLst>
        </pc:grpChg>
        <pc:grpChg chg="mod">
          <ac:chgData name="Matteo Francia" userId="fbe833e6-b551-4418-a2a7-4d1023d25bd4" providerId="ADAL" clId="{9BDAC726-A033-456D-871E-61EBD8BAEF58}" dt="2024-11-11T11:44:44.801" v="76" actId="571"/>
          <ac:grpSpMkLst>
            <pc:docMk/>
            <pc:sldMk cId="2694379406" sldId="259"/>
            <ac:grpSpMk id="123" creationId="{6A2C9DE8-2BFE-4DA3-82C6-D9BD8856E6DD}"/>
          </ac:grpSpMkLst>
        </pc:grpChg>
        <pc:grpChg chg="add mod">
          <ac:chgData name="Matteo Francia" userId="fbe833e6-b551-4418-a2a7-4d1023d25bd4" providerId="ADAL" clId="{9BDAC726-A033-456D-871E-61EBD8BAEF58}" dt="2024-11-11T11:45:13.421" v="130" actId="571"/>
          <ac:grpSpMkLst>
            <pc:docMk/>
            <pc:sldMk cId="2694379406" sldId="259"/>
            <ac:grpSpMk id="127" creationId="{6F7F84CB-FFE4-4651-99EC-5A5ED82EFBE8}"/>
          </ac:grpSpMkLst>
        </pc:grpChg>
        <pc:grpChg chg="add mod">
          <ac:chgData name="Matteo Francia" userId="fbe833e6-b551-4418-a2a7-4d1023d25bd4" providerId="ADAL" clId="{9BDAC726-A033-456D-871E-61EBD8BAEF58}" dt="2024-11-11T11:45:13.421" v="130" actId="571"/>
          <ac:grpSpMkLst>
            <pc:docMk/>
            <pc:sldMk cId="2694379406" sldId="259"/>
            <ac:grpSpMk id="130" creationId="{E4ECF098-3197-4833-9816-18DCFEE7EFF3}"/>
          </ac:grpSpMkLst>
        </pc:grpChg>
        <pc:grpChg chg="mod">
          <ac:chgData name="Matteo Francia" userId="fbe833e6-b551-4418-a2a7-4d1023d25bd4" providerId="ADAL" clId="{9BDAC726-A033-456D-871E-61EBD8BAEF58}" dt="2024-11-11T11:45:13.421" v="130" actId="571"/>
          <ac:grpSpMkLst>
            <pc:docMk/>
            <pc:sldMk cId="2694379406" sldId="259"/>
            <ac:grpSpMk id="131" creationId="{191C5CF9-B673-4FFE-A3AD-393CCFC7683F}"/>
          </ac:grpSpMkLst>
        </pc:grpChg>
        <pc:picChg chg="add del mod">
          <ac:chgData name="Matteo Francia" userId="fbe833e6-b551-4418-a2a7-4d1023d25bd4" providerId="ADAL" clId="{9BDAC726-A033-456D-871E-61EBD8BAEF58}" dt="2024-11-11T11:44:26.156" v="71" actId="27803"/>
          <ac:picMkLst>
            <pc:docMk/>
            <pc:sldMk cId="2694379406" sldId="259"/>
            <ac:picMk id="7" creationId="{FC78798B-A42B-4F8D-B444-D77EB4715851}"/>
          </ac:picMkLst>
        </pc:picChg>
        <pc:picChg chg="del mod topLvl">
          <ac:chgData name="Matteo Francia" userId="fbe833e6-b551-4418-a2a7-4d1023d25bd4" providerId="ADAL" clId="{9BDAC726-A033-456D-871E-61EBD8BAEF58}" dt="2024-11-11T11:48:27.482" v="221" actId="478"/>
          <ac:picMkLst>
            <pc:docMk/>
            <pc:sldMk cId="2694379406" sldId="259"/>
            <ac:picMk id="13" creationId="{AD6CC1AA-75CE-4724-98AE-BA79F3358392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21" creationId="{2EE1B88A-894A-4D71-ABB2-D2859051F582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26" creationId="{A7121EF8-69C0-4B6C-AC8B-475FCAAAE78A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29" creationId="{DB1E286C-D692-46DD-85A0-26D0C14EDD36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32" creationId="{7ED29AB6-478C-4DCC-A149-CC93E3AA166F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37" creationId="{B1EFE684-723C-4EC1-9694-50058829DE36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42" creationId="{6C375EFD-92FF-4A9F-B242-E5160F2DB58C}"/>
          </ac:picMkLst>
        </pc:picChg>
        <pc:picChg chg="del mod topLvl">
          <ac:chgData name="Matteo Francia" userId="fbe833e6-b551-4418-a2a7-4d1023d25bd4" providerId="ADAL" clId="{9BDAC726-A033-456D-871E-61EBD8BAEF58}" dt="2024-11-11T11:49:16.843" v="233" actId="478"/>
          <ac:picMkLst>
            <pc:docMk/>
            <pc:sldMk cId="2694379406" sldId="259"/>
            <ac:picMk id="45" creationId="{4B735D41-2313-4417-97A4-55A3D9ECC956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50" creationId="{D700CD72-ACED-482C-8AC8-04ACFF96634A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53" creationId="{2C339FAF-31B7-476A-AD12-36C9CFA2E466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56" creationId="{4085C9A0-135F-4555-BEA8-E30A8F0FD699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61" creationId="{60B20C85-7867-4126-8E24-B265C3E3E1DE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66" creationId="{964815D5-9F18-4B90-B0AF-64106FC71572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71" creationId="{92C10020-3A94-495D-BDDE-27B91D3F2731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74" creationId="{38110B98-3F86-44DA-BFFB-FF8960C46EE9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79" creationId="{D871145E-4248-45EA-8544-D5E51B90F702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82" creationId="{F26CEA65-9246-4DA7-B011-21D2C7A8CCF2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85" creationId="{481367BD-7391-4F7B-94F3-218FB5846C76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88" creationId="{4FE95AD0-D2F7-47F3-852C-60C82F756B0F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91" creationId="{57B1236E-2204-4293-81E5-AC18101FFBF5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94" creationId="{75A4FACE-BEDC-46E1-A74F-95E970567F7C}"/>
          </ac:picMkLst>
        </pc:picChg>
        <pc:picChg chg="del mod topLvl">
          <ac:chgData name="Matteo Francia" userId="fbe833e6-b551-4418-a2a7-4d1023d25bd4" providerId="ADAL" clId="{9BDAC726-A033-456D-871E-61EBD8BAEF58}" dt="2024-11-11T11:47:59.665" v="205" actId="478"/>
          <ac:picMkLst>
            <pc:docMk/>
            <pc:sldMk cId="2694379406" sldId="259"/>
            <ac:picMk id="103" creationId="{B8A1111F-3A48-432E-8473-2D3E50BFA1BF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106" creationId="{499145D4-15F2-403A-95C8-93E900EA4ED0}"/>
          </ac:picMkLst>
        </pc:picChg>
        <pc:picChg chg="mod">
          <ac:chgData name="Matteo Francia" userId="fbe833e6-b551-4418-a2a7-4d1023d25bd4" providerId="ADAL" clId="{9BDAC726-A033-456D-871E-61EBD8BAEF58}" dt="2024-11-11T11:44:30.193" v="72" actId="165"/>
          <ac:picMkLst>
            <pc:docMk/>
            <pc:sldMk cId="2694379406" sldId="259"/>
            <ac:picMk id="109" creationId="{0D457BC7-8CB7-42F4-8B4F-CC8DECAA83B1}"/>
          </ac:picMkLst>
        </pc:picChg>
        <pc:picChg chg="mod">
          <ac:chgData name="Matteo Francia" userId="fbe833e6-b551-4418-a2a7-4d1023d25bd4" providerId="ADAL" clId="{9BDAC726-A033-456D-871E-61EBD8BAEF58}" dt="2024-11-11T11:44:44.801" v="76" actId="571"/>
          <ac:picMkLst>
            <pc:docMk/>
            <pc:sldMk cId="2694379406" sldId="259"/>
            <ac:picMk id="113" creationId="{2ECB312C-FB48-4634-BDE9-B817673B78CC}"/>
          </ac:picMkLst>
        </pc:picChg>
        <pc:picChg chg="mod">
          <ac:chgData name="Matteo Francia" userId="fbe833e6-b551-4418-a2a7-4d1023d25bd4" providerId="ADAL" clId="{9BDAC726-A033-456D-871E-61EBD8BAEF58}" dt="2024-11-11T11:44:44.801" v="76" actId="571"/>
          <ac:picMkLst>
            <pc:docMk/>
            <pc:sldMk cId="2694379406" sldId="259"/>
            <ac:picMk id="116" creationId="{DFAFC51E-360C-4FEF-BB3F-E8B81F60503B}"/>
          </ac:picMkLst>
        </pc:picChg>
        <pc:picChg chg="mod">
          <ac:chgData name="Matteo Francia" userId="fbe833e6-b551-4418-a2a7-4d1023d25bd4" providerId="ADAL" clId="{9BDAC726-A033-456D-871E-61EBD8BAEF58}" dt="2024-11-11T11:44:44.801" v="76" actId="571"/>
          <ac:picMkLst>
            <pc:docMk/>
            <pc:sldMk cId="2694379406" sldId="259"/>
            <ac:picMk id="119" creationId="{25266F8F-1839-4682-AF77-C79521AEB6D6}"/>
          </ac:picMkLst>
        </pc:picChg>
        <pc:picChg chg="mod">
          <ac:chgData name="Matteo Francia" userId="fbe833e6-b551-4418-a2a7-4d1023d25bd4" providerId="ADAL" clId="{9BDAC726-A033-456D-871E-61EBD8BAEF58}" dt="2024-11-11T11:44:44.801" v="76" actId="571"/>
          <ac:picMkLst>
            <pc:docMk/>
            <pc:sldMk cId="2694379406" sldId="259"/>
            <ac:picMk id="124" creationId="{CC010F74-F9D8-4189-BF72-1835675657EB}"/>
          </ac:picMkLst>
        </pc:picChg>
        <pc:picChg chg="mod">
          <ac:chgData name="Matteo Francia" userId="fbe833e6-b551-4418-a2a7-4d1023d25bd4" providerId="ADAL" clId="{9BDAC726-A033-456D-871E-61EBD8BAEF58}" dt="2024-11-11T11:45:13.421" v="130" actId="571"/>
          <ac:picMkLst>
            <pc:docMk/>
            <pc:sldMk cId="2694379406" sldId="259"/>
            <ac:picMk id="129" creationId="{94F23DD6-A0BF-4160-9BFF-899080E00585}"/>
          </ac:picMkLst>
        </pc:picChg>
        <pc:picChg chg="mod">
          <ac:chgData name="Matteo Francia" userId="fbe833e6-b551-4418-a2a7-4d1023d25bd4" providerId="ADAL" clId="{9BDAC726-A033-456D-871E-61EBD8BAEF58}" dt="2024-11-11T11:45:13.421" v="130" actId="571"/>
          <ac:picMkLst>
            <pc:docMk/>
            <pc:sldMk cId="2694379406" sldId="259"/>
            <ac:picMk id="132" creationId="{9FCA4702-18CC-49C0-9D37-846DBF1D7AD5}"/>
          </ac:picMkLst>
        </pc:picChg>
        <pc:picChg chg="add del mod">
          <ac:chgData name="Matteo Francia" userId="fbe833e6-b551-4418-a2a7-4d1023d25bd4" providerId="ADAL" clId="{9BDAC726-A033-456D-871E-61EBD8BAEF58}" dt="2024-11-11T11:49:23.993" v="237"/>
          <ac:picMkLst>
            <pc:docMk/>
            <pc:sldMk cId="2694379406" sldId="259"/>
            <ac:picMk id="136" creationId="{EBD4393D-E954-4FDD-90B5-596877E4F938}"/>
          </ac:picMkLst>
        </pc:picChg>
        <pc:picChg chg="add mod">
          <ac:chgData name="Matteo Francia" userId="fbe833e6-b551-4418-a2a7-4d1023d25bd4" providerId="ADAL" clId="{9BDAC726-A033-456D-871E-61EBD8BAEF58}" dt="2024-11-11T11:49:35.863" v="242" actId="1037"/>
          <ac:picMkLst>
            <pc:docMk/>
            <pc:sldMk cId="2694379406" sldId="259"/>
            <ac:picMk id="138" creationId="{E3081473-0459-4607-A695-F8FE8D057164}"/>
          </ac:picMkLst>
        </pc:picChg>
      </pc:sldChg>
    </pc:docChg>
  </pc:docChgLst>
  <pc:docChgLst>
    <pc:chgData name="Matteo Francia" userId="fbe833e6-b551-4418-a2a7-4d1023d25bd4" providerId="ADAL" clId="{2496DBF5-AC24-419B-AB4F-1F28A297C19E}"/>
    <pc:docChg chg="undo custSel addSld modSld">
      <pc:chgData name="Matteo Francia" userId="fbe833e6-b551-4418-a2a7-4d1023d25bd4" providerId="ADAL" clId="{2496DBF5-AC24-419B-AB4F-1F28A297C19E}" dt="2024-10-22T16:15:39.597" v="162" actId="12789"/>
      <pc:docMkLst>
        <pc:docMk/>
      </pc:docMkLst>
      <pc:sldChg chg="addSp delSp modSp new mod">
        <pc:chgData name="Matteo Francia" userId="fbe833e6-b551-4418-a2a7-4d1023d25bd4" providerId="ADAL" clId="{2496DBF5-AC24-419B-AB4F-1F28A297C19E}" dt="2024-10-22T16:15:39.597" v="162" actId="12789"/>
        <pc:sldMkLst>
          <pc:docMk/>
          <pc:sldMk cId="72074510" sldId="256"/>
        </pc:sldMkLst>
        <pc:spChg chg="del">
          <ac:chgData name="Matteo Francia" userId="fbe833e6-b551-4418-a2a7-4d1023d25bd4" providerId="ADAL" clId="{2496DBF5-AC24-419B-AB4F-1F28A297C19E}" dt="2024-10-22T16:05:23.711" v="1" actId="478"/>
          <ac:spMkLst>
            <pc:docMk/>
            <pc:sldMk cId="72074510" sldId="256"/>
            <ac:spMk id="2" creationId="{B7BBB3AA-5567-DB2E-0A23-E9C594786B8C}"/>
          </ac:spMkLst>
        </pc:spChg>
        <pc:spChg chg="del">
          <ac:chgData name="Matteo Francia" userId="fbe833e6-b551-4418-a2a7-4d1023d25bd4" providerId="ADAL" clId="{2496DBF5-AC24-419B-AB4F-1F28A297C19E}" dt="2024-10-22T16:05:23.711" v="1" actId="478"/>
          <ac:spMkLst>
            <pc:docMk/>
            <pc:sldMk cId="72074510" sldId="256"/>
            <ac:spMk id="3" creationId="{818CE2C9-FED8-4E84-0496-B91506B80C35}"/>
          </ac:spMkLst>
        </pc:spChg>
        <pc:spChg chg="add mod">
          <ac:chgData name="Matteo Francia" userId="fbe833e6-b551-4418-a2a7-4d1023d25bd4" providerId="ADAL" clId="{2496DBF5-AC24-419B-AB4F-1F28A297C19E}" dt="2024-10-22T16:08:58.921" v="94" actId="164"/>
          <ac:spMkLst>
            <pc:docMk/>
            <pc:sldMk cId="72074510" sldId="256"/>
            <ac:spMk id="4" creationId="{51EC9244-86F6-F299-E2E6-626A07D075F1}"/>
          </ac:spMkLst>
        </pc:spChg>
        <pc:spChg chg="add mod">
          <ac:chgData name="Matteo Francia" userId="fbe833e6-b551-4418-a2a7-4d1023d25bd4" providerId="ADAL" clId="{2496DBF5-AC24-419B-AB4F-1F28A297C19E}" dt="2024-10-22T16:08:58.921" v="94" actId="164"/>
          <ac:spMkLst>
            <pc:docMk/>
            <pc:sldMk cId="72074510" sldId="256"/>
            <ac:spMk id="5" creationId="{7568BEF7-A3A7-1746-B032-32AE58E9C463}"/>
          </ac:spMkLst>
        </pc:spChg>
        <pc:spChg chg="add mod">
          <ac:chgData name="Matteo Francia" userId="fbe833e6-b551-4418-a2a7-4d1023d25bd4" providerId="ADAL" clId="{2496DBF5-AC24-419B-AB4F-1F28A297C19E}" dt="2024-10-22T16:08:58.921" v="94" actId="164"/>
          <ac:spMkLst>
            <pc:docMk/>
            <pc:sldMk cId="72074510" sldId="256"/>
            <ac:spMk id="6" creationId="{ED0BEB88-59DF-4B98-E0CA-0A16BD942581}"/>
          </ac:spMkLst>
        </pc:spChg>
        <pc:spChg chg="add mod">
          <ac:chgData name="Matteo Francia" userId="fbe833e6-b551-4418-a2a7-4d1023d25bd4" providerId="ADAL" clId="{2496DBF5-AC24-419B-AB4F-1F28A297C19E}" dt="2024-10-22T16:08:58.921" v="94" actId="164"/>
          <ac:spMkLst>
            <pc:docMk/>
            <pc:sldMk cId="72074510" sldId="256"/>
            <ac:spMk id="7" creationId="{AB9A9194-1378-429F-2043-52ADE4F7EFD8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8" creationId="{B7CA66F8-7CCC-6DDA-AD3E-5D2B5E34F8AF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9" creationId="{97A47537-5655-1C3A-923D-4B05F7D41FDB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0" creationId="{36ADCB30-3C75-8F8B-7238-A3B459A7AB56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1" creationId="{30CFC492-78C3-E245-085A-449CC550D48E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2" creationId="{AA3BD3CA-6DF0-A07D-351B-DF018BD53E25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3" creationId="{AF3189AB-3FA5-6C81-41FA-37673082B76B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4" creationId="{E5572CC4-297D-6FF3-0B88-4C44F504538C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5" creationId="{1022A936-BF82-25E0-9F7A-A0F16CDFA61E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6" creationId="{99F67E5F-8A93-BAD1-053B-C07E48254AAB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7" creationId="{819CF18C-EB04-1E10-D099-644800399630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8" creationId="{B25EECF6-46FB-0EF3-922C-09D28ACDA563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19" creationId="{FA59AF4B-150B-8375-A855-D67F83B8E16E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20" creationId="{480C11AE-3B7B-60E8-604F-73E19303DF49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21" creationId="{123FBED4-A932-51F4-E40E-B2D598394F5F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22" creationId="{90963204-5B23-C701-E4BB-E0A8C923AE83}"/>
          </ac:spMkLst>
        </pc:spChg>
        <pc:spChg chg="add mod">
          <ac:chgData name="Matteo Francia" userId="fbe833e6-b551-4418-a2a7-4d1023d25bd4" providerId="ADAL" clId="{2496DBF5-AC24-419B-AB4F-1F28A297C19E}" dt="2024-10-22T16:09:15.920" v="98" actId="164"/>
          <ac:spMkLst>
            <pc:docMk/>
            <pc:sldMk cId="72074510" sldId="256"/>
            <ac:spMk id="23" creationId="{821F85EF-9010-2372-B659-0DE15F51F188}"/>
          </ac:spMkLst>
        </pc:spChg>
        <pc:spChg chg="add mod">
          <ac:chgData name="Matteo Francia" userId="fbe833e6-b551-4418-a2a7-4d1023d25bd4" providerId="ADAL" clId="{2496DBF5-AC24-419B-AB4F-1F28A297C19E}" dt="2024-10-22T16:15:39.597" v="162" actId="12789"/>
          <ac:spMkLst>
            <pc:docMk/>
            <pc:sldMk cId="72074510" sldId="256"/>
            <ac:spMk id="26" creationId="{83AABF5E-4020-ABDA-2F35-24E8597D9858}"/>
          </ac:spMkLst>
        </pc:spChg>
        <pc:grpChg chg="add mod">
          <ac:chgData name="Matteo Francia" userId="fbe833e6-b551-4418-a2a7-4d1023d25bd4" providerId="ADAL" clId="{2496DBF5-AC24-419B-AB4F-1F28A297C19E}" dt="2024-10-22T16:15:39.597" v="162" actId="12789"/>
          <ac:grpSpMkLst>
            <pc:docMk/>
            <pc:sldMk cId="72074510" sldId="256"/>
            <ac:grpSpMk id="24" creationId="{879633CA-4D22-7ED3-6596-C453CA8527A6}"/>
          </ac:grpSpMkLst>
        </pc:grpChg>
        <pc:grpChg chg="add mod">
          <ac:chgData name="Matteo Francia" userId="fbe833e6-b551-4418-a2a7-4d1023d25bd4" providerId="ADAL" clId="{2496DBF5-AC24-419B-AB4F-1F28A297C19E}" dt="2024-10-22T16:15:39.597" v="162" actId="12789"/>
          <ac:grpSpMkLst>
            <pc:docMk/>
            <pc:sldMk cId="72074510" sldId="256"/>
            <ac:grpSpMk id="25" creationId="{F72A91C8-CF56-8157-740A-982A71AAAF64}"/>
          </ac:grpSpMkLst>
        </pc:grpChg>
      </pc:sldChg>
      <pc:sldChg chg="addSp delSp modSp new mod">
        <pc:chgData name="Matteo Francia" userId="fbe833e6-b551-4418-a2a7-4d1023d25bd4" providerId="ADAL" clId="{2496DBF5-AC24-419B-AB4F-1F28A297C19E}" dt="2024-10-22T16:14:58.681" v="157" actId="20577"/>
        <pc:sldMkLst>
          <pc:docMk/>
          <pc:sldMk cId="2799075634" sldId="257"/>
        </pc:sldMkLst>
        <pc:spChg chg="del">
          <ac:chgData name="Matteo Francia" userId="fbe833e6-b551-4418-a2a7-4d1023d25bd4" providerId="ADAL" clId="{2496DBF5-AC24-419B-AB4F-1F28A297C19E}" dt="2024-10-22T16:07:19.303" v="81" actId="478"/>
          <ac:spMkLst>
            <pc:docMk/>
            <pc:sldMk cId="2799075634" sldId="257"/>
            <ac:spMk id="2" creationId="{F5BCAC51-06AC-2242-72E3-3AFEBF97B735}"/>
          </ac:spMkLst>
        </pc:spChg>
        <pc:spChg chg="del">
          <ac:chgData name="Matteo Francia" userId="fbe833e6-b551-4418-a2a7-4d1023d25bd4" providerId="ADAL" clId="{2496DBF5-AC24-419B-AB4F-1F28A297C19E}" dt="2024-10-22T16:07:19.303" v="81" actId="478"/>
          <ac:spMkLst>
            <pc:docMk/>
            <pc:sldMk cId="2799075634" sldId="257"/>
            <ac:spMk id="3" creationId="{C8856363-D85F-8401-3FF8-FB9BAA45366C}"/>
          </ac:spMkLst>
        </pc:spChg>
        <pc:spChg chg="add del">
          <ac:chgData name="Matteo Francia" userId="fbe833e6-b551-4418-a2a7-4d1023d25bd4" providerId="ADAL" clId="{2496DBF5-AC24-419B-AB4F-1F28A297C19E}" dt="2024-10-22T16:10:48.461" v="114" actId="478"/>
          <ac:spMkLst>
            <pc:docMk/>
            <pc:sldMk cId="2799075634" sldId="257"/>
            <ac:spMk id="9" creationId="{6756AFA9-6FFC-422F-E6C6-5DB7D703922F}"/>
          </ac:spMkLst>
        </pc:spChg>
        <pc:spChg chg="add del mod">
          <ac:chgData name="Matteo Francia" userId="fbe833e6-b551-4418-a2a7-4d1023d25bd4" providerId="ADAL" clId="{2496DBF5-AC24-419B-AB4F-1F28A297C19E}" dt="2024-10-22T16:08:51.567" v="93" actId="478"/>
          <ac:spMkLst>
            <pc:docMk/>
            <pc:sldMk cId="2799075634" sldId="257"/>
            <ac:spMk id="10" creationId="{F5442639-600A-3854-2B20-C79A1D2FCCFE}"/>
          </ac:spMkLst>
        </pc:spChg>
        <pc:spChg chg="add del mod">
          <ac:chgData name="Matteo Francia" userId="fbe833e6-b551-4418-a2a7-4d1023d25bd4" providerId="ADAL" clId="{2496DBF5-AC24-419B-AB4F-1F28A297C19E}" dt="2024-10-22T16:08:51.567" v="93" actId="478"/>
          <ac:spMkLst>
            <pc:docMk/>
            <pc:sldMk cId="2799075634" sldId="257"/>
            <ac:spMk id="11" creationId="{796BBCBB-6463-BDC9-A574-772A1B7B0A95}"/>
          </ac:spMkLst>
        </pc:spChg>
        <pc:spChg chg="add del mod">
          <ac:chgData name="Matteo Francia" userId="fbe833e6-b551-4418-a2a7-4d1023d25bd4" providerId="ADAL" clId="{2496DBF5-AC24-419B-AB4F-1F28A297C19E}" dt="2024-10-22T16:08:51.567" v="93" actId="478"/>
          <ac:spMkLst>
            <pc:docMk/>
            <pc:sldMk cId="2799075634" sldId="257"/>
            <ac:spMk id="12" creationId="{2C4E01D8-F424-20D1-8471-4F35CA840BDC}"/>
          </ac:spMkLst>
        </pc:spChg>
        <pc:spChg chg="add del mod">
          <ac:chgData name="Matteo Francia" userId="fbe833e6-b551-4418-a2a7-4d1023d25bd4" providerId="ADAL" clId="{2496DBF5-AC24-419B-AB4F-1F28A297C19E}" dt="2024-10-22T16:08:51.567" v="93" actId="478"/>
          <ac:spMkLst>
            <pc:docMk/>
            <pc:sldMk cId="2799075634" sldId="257"/>
            <ac:spMk id="13" creationId="{E3BD65D7-7F13-F014-B4B9-BE1D9CD7C87F}"/>
          </ac:spMkLst>
        </pc:spChg>
        <pc:spChg chg="mod">
          <ac:chgData name="Matteo Francia" userId="fbe833e6-b551-4418-a2a7-4d1023d25bd4" providerId="ADAL" clId="{2496DBF5-AC24-419B-AB4F-1F28A297C19E}" dt="2024-10-22T16:09:03.114" v="95"/>
          <ac:spMkLst>
            <pc:docMk/>
            <pc:sldMk cId="2799075634" sldId="257"/>
            <ac:spMk id="15" creationId="{0F6D200C-3721-F144-2AA1-C2775D99991A}"/>
          </ac:spMkLst>
        </pc:spChg>
        <pc:spChg chg="mod">
          <ac:chgData name="Matteo Francia" userId="fbe833e6-b551-4418-a2a7-4d1023d25bd4" providerId="ADAL" clId="{2496DBF5-AC24-419B-AB4F-1F28A297C19E}" dt="2024-10-22T16:09:03.114" v="95"/>
          <ac:spMkLst>
            <pc:docMk/>
            <pc:sldMk cId="2799075634" sldId="257"/>
            <ac:spMk id="16" creationId="{10D22A3B-FF6E-BE28-6013-4285B18D281F}"/>
          </ac:spMkLst>
        </pc:spChg>
        <pc:spChg chg="mod">
          <ac:chgData name="Matteo Francia" userId="fbe833e6-b551-4418-a2a7-4d1023d25bd4" providerId="ADAL" clId="{2496DBF5-AC24-419B-AB4F-1F28A297C19E}" dt="2024-10-22T16:09:03.114" v="95"/>
          <ac:spMkLst>
            <pc:docMk/>
            <pc:sldMk cId="2799075634" sldId="257"/>
            <ac:spMk id="17" creationId="{C5D6E497-1E2A-2E20-C2D0-6253DC582234}"/>
          </ac:spMkLst>
        </pc:spChg>
        <pc:spChg chg="mod">
          <ac:chgData name="Matteo Francia" userId="fbe833e6-b551-4418-a2a7-4d1023d25bd4" providerId="ADAL" clId="{2496DBF5-AC24-419B-AB4F-1F28A297C19E}" dt="2024-10-22T16:09:03.114" v="95"/>
          <ac:spMkLst>
            <pc:docMk/>
            <pc:sldMk cId="2799075634" sldId="257"/>
            <ac:spMk id="18" creationId="{58DBD2D1-CF95-13E6-A306-AF00EC921948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0" creationId="{1953D31E-1696-A6A8-A845-41A05DBF79D7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1" creationId="{D106841D-A5F3-E7CC-EBEF-AC7BB1D427A3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2" creationId="{D02D379F-9DD8-D549-31C2-76F863A9DE2C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3" creationId="{E29212BD-DC2E-3F79-BFB6-3BCA4A3153A7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4" creationId="{82462B33-50A6-994F-94DE-4B2344F46896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5" creationId="{BCDBD0AB-A598-3E22-AA0F-30BF07129F9F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6" creationId="{9EC23F6E-B9BB-E7D0-0E62-0FCF7A17DD5E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7" creationId="{3076C6A2-9888-7F71-9372-0FD5970242CF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8" creationId="{B5F851CC-4CF8-CC78-A4C9-52AADDAD601A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29" creationId="{7B15F0B8-902A-82D8-F9CC-0B1510C868AD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30" creationId="{3C8748EB-2FD8-5675-27EB-37519A058A3C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31" creationId="{038CF78A-485A-DC1E-CD5A-7633A1232253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32" creationId="{0543714F-794E-1227-0944-1C10ACB01A85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33" creationId="{160BC678-F564-2E35-89E2-529A8C5AFF32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34" creationId="{45264D76-3FDC-6DD0-195C-B1675A19A311}"/>
          </ac:spMkLst>
        </pc:spChg>
        <pc:spChg chg="mod">
          <ac:chgData name="Matteo Francia" userId="fbe833e6-b551-4418-a2a7-4d1023d25bd4" providerId="ADAL" clId="{2496DBF5-AC24-419B-AB4F-1F28A297C19E}" dt="2024-10-22T16:09:18.362" v="99"/>
          <ac:spMkLst>
            <pc:docMk/>
            <pc:sldMk cId="2799075634" sldId="257"/>
            <ac:spMk id="35" creationId="{31609860-3632-1852-F2A0-27225D143F57}"/>
          </ac:spMkLst>
        </pc:spChg>
        <pc:spChg chg="mod">
          <ac:chgData name="Matteo Francia" userId="fbe833e6-b551-4418-a2a7-4d1023d25bd4" providerId="ADAL" clId="{2496DBF5-AC24-419B-AB4F-1F28A297C19E}" dt="2024-10-22T16:09:41.131" v="104"/>
          <ac:spMkLst>
            <pc:docMk/>
            <pc:sldMk cId="2799075634" sldId="257"/>
            <ac:spMk id="37" creationId="{D6634E8F-0B1D-A572-0C82-427A20672A6B}"/>
          </ac:spMkLst>
        </pc:spChg>
        <pc:spChg chg="mod">
          <ac:chgData name="Matteo Francia" userId="fbe833e6-b551-4418-a2a7-4d1023d25bd4" providerId="ADAL" clId="{2496DBF5-AC24-419B-AB4F-1F28A297C19E}" dt="2024-10-22T16:09:41.131" v="104"/>
          <ac:spMkLst>
            <pc:docMk/>
            <pc:sldMk cId="2799075634" sldId="257"/>
            <ac:spMk id="38" creationId="{BFB04F1C-353A-E9DA-50DE-5437842CA06A}"/>
          </ac:spMkLst>
        </pc:spChg>
        <pc:spChg chg="mod">
          <ac:chgData name="Matteo Francia" userId="fbe833e6-b551-4418-a2a7-4d1023d25bd4" providerId="ADAL" clId="{2496DBF5-AC24-419B-AB4F-1F28A297C19E}" dt="2024-10-22T16:09:41.131" v="104"/>
          <ac:spMkLst>
            <pc:docMk/>
            <pc:sldMk cId="2799075634" sldId="257"/>
            <ac:spMk id="39" creationId="{9055AC68-051C-F432-1274-52A01069F82E}"/>
          </ac:spMkLst>
        </pc:spChg>
        <pc:spChg chg="mod">
          <ac:chgData name="Matteo Francia" userId="fbe833e6-b551-4418-a2a7-4d1023d25bd4" providerId="ADAL" clId="{2496DBF5-AC24-419B-AB4F-1F28A297C19E}" dt="2024-10-22T16:09:41.131" v="104"/>
          <ac:spMkLst>
            <pc:docMk/>
            <pc:sldMk cId="2799075634" sldId="257"/>
            <ac:spMk id="40" creationId="{2600BF2E-BF6F-058B-6E28-E8DC59A41793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42" creationId="{77EF392F-3B51-6D5C-5466-64B4611D5A46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43" creationId="{F326B7C9-DB02-BEA1-05BE-E4A1A49707EF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44" creationId="{DA79DC81-FE0B-2F8C-2C4A-DBC32B894368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45" creationId="{A28E858F-1DE1-24E6-DEE9-475E8530CF67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46" creationId="{42F1DADF-5C90-D867-4801-98AF1DC914F7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47" creationId="{53BE4E85-0AB8-3AB0-F078-F243A9E5899D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48" creationId="{4B78FE35-C971-FDFB-A387-8D866CA6C4A3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49" creationId="{F36459B3-63C8-EC52-D603-8F6C0185EC91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50" creationId="{EB675136-5BE6-8E78-47F7-F830E87A0F09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51" creationId="{DD1A5DDF-8B3E-DEB5-DB4E-2E4138FF4B10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52" creationId="{F4053C51-7733-C1C4-95E2-4872D0FC0147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53" creationId="{C05B896D-ADEB-F8BD-78F1-579CD71EE41A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54" creationId="{48F7DB5F-19B1-4B8D-30CA-7ACFE4657DE0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55" creationId="{6B531E0C-B096-F99A-5A98-0420D0CC52B7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56" creationId="{13B5F003-6D87-9550-816D-97B43A03C67F}"/>
          </ac:spMkLst>
        </pc:spChg>
        <pc:spChg chg="mod">
          <ac:chgData name="Matteo Francia" userId="fbe833e6-b551-4418-a2a7-4d1023d25bd4" providerId="ADAL" clId="{2496DBF5-AC24-419B-AB4F-1F28A297C19E}" dt="2024-10-22T16:09:57.468" v="106"/>
          <ac:spMkLst>
            <pc:docMk/>
            <pc:sldMk cId="2799075634" sldId="257"/>
            <ac:spMk id="57" creationId="{0EBFF12C-2807-6F26-BCC7-0A2BE06228FE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59" creationId="{F4EA6CCF-86BE-4AEE-CC3F-D0F4433FBE46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0" creationId="{8C1661DA-91F6-768A-E181-BB4AF85B41D0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1" creationId="{0E3205A1-7AE6-8B08-F83F-DF71659671B3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2" creationId="{5EE53DD8-87FA-9183-43EB-53FF9D8CA41A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3" creationId="{F417E5B8-19B9-FC98-5307-3D51A5C72925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4" creationId="{A8D98ADC-EBF1-FFCF-0035-304FE78C1E62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5" creationId="{FA8C03C0-130E-EA4C-399D-2960CC3527DA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6" creationId="{F404825D-38CE-6A81-3C55-2A0507D640C2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7" creationId="{B2AE0CA0-ACF9-1FFE-D6EF-6628D2BD1BF6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8" creationId="{2B33D127-C153-3B58-CC99-CA5437DC09BB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69" creationId="{7AE413BF-95F3-8594-79D9-ADC8453F81D4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70" creationId="{18138C88-ECA2-CE40-E44D-9883DCA04630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71" creationId="{62FBEC14-B073-F945-999F-2111D0EC6DC6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72" creationId="{B0125D98-4138-D46F-CFF1-4DC69A06E1F5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73" creationId="{4CE26BA8-8188-F153-962E-886A9773C82E}"/>
          </ac:spMkLst>
        </pc:spChg>
        <pc:spChg chg="mod">
          <ac:chgData name="Matteo Francia" userId="fbe833e6-b551-4418-a2a7-4d1023d25bd4" providerId="ADAL" clId="{2496DBF5-AC24-419B-AB4F-1F28A297C19E}" dt="2024-10-22T16:10:07.685" v="108"/>
          <ac:spMkLst>
            <pc:docMk/>
            <pc:sldMk cId="2799075634" sldId="257"/>
            <ac:spMk id="74" creationId="{59269C2D-59D8-B31F-7B01-62A90E972661}"/>
          </ac:spMkLst>
        </pc:spChg>
        <pc:spChg chg="mod">
          <ac:chgData name="Matteo Francia" userId="fbe833e6-b551-4418-a2a7-4d1023d25bd4" providerId="ADAL" clId="{2496DBF5-AC24-419B-AB4F-1F28A297C19E}" dt="2024-10-22T16:10:29.640" v="112"/>
          <ac:spMkLst>
            <pc:docMk/>
            <pc:sldMk cId="2799075634" sldId="257"/>
            <ac:spMk id="77" creationId="{F5E6F629-A4AE-FBDB-CEE7-2BFD63143385}"/>
          </ac:spMkLst>
        </pc:spChg>
        <pc:spChg chg="mod">
          <ac:chgData name="Matteo Francia" userId="fbe833e6-b551-4418-a2a7-4d1023d25bd4" providerId="ADAL" clId="{2496DBF5-AC24-419B-AB4F-1F28A297C19E}" dt="2024-10-22T16:10:29.640" v="112"/>
          <ac:spMkLst>
            <pc:docMk/>
            <pc:sldMk cId="2799075634" sldId="257"/>
            <ac:spMk id="78" creationId="{068640F5-A5ED-29C5-DCD7-AB03CB52C122}"/>
          </ac:spMkLst>
        </pc:spChg>
        <pc:spChg chg="mod">
          <ac:chgData name="Matteo Francia" userId="fbe833e6-b551-4418-a2a7-4d1023d25bd4" providerId="ADAL" clId="{2496DBF5-AC24-419B-AB4F-1F28A297C19E}" dt="2024-10-22T16:10:29.640" v="112"/>
          <ac:spMkLst>
            <pc:docMk/>
            <pc:sldMk cId="2799075634" sldId="257"/>
            <ac:spMk id="79" creationId="{7D3A7CEA-FDB7-BC7A-E4AF-206A6177457A}"/>
          </ac:spMkLst>
        </pc:spChg>
        <pc:spChg chg="mod">
          <ac:chgData name="Matteo Francia" userId="fbe833e6-b551-4418-a2a7-4d1023d25bd4" providerId="ADAL" clId="{2496DBF5-AC24-419B-AB4F-1F28A297C19E}" dt="2024-10-22T16:10:29.640" v="112"/>
          <ac:spMkLst>
            <pc:docMk/>
            <pc:sldMk cId="2799075634" sldId="257"/>
            <ac:spMk id="80" creationId="{BC1887E0-1C9F-99B5-C77D-27182AE46B11}"/>
          </ac:spMkLst>
        </pc:spChg>
        <pc:spChg chg="add">
          <ac:chgData name="Matteo Francia" userId="fbe833e6-b551-4418-a2a7-4d1023d25bd4" providerId="ADAL" clId="{2496DBF5-AC24-419B-AB4F-1F28A297C19E}" dt="2024-10-22T16:11:08.769" v="115" actId="11529"/>
          <ac:spMkLst>
            <pc:docMk/>
            <pc:sldMk cId="2799075634" sldId="257"/>
            <ac:spMk id="81" creationId="{D560FEEF-7A96-0756-53D7-B8B9D1989A15}"/>
          </ac:spMkLst>
        </pc:spChg>
        <pc:spChg chg="add mod">
          <ac:chgData name="Matteo Francia" userId="fbe833e6-b551-4418-a2a7-4d1023d25bd4" providerId="ADAL" clId="{2496DBF5-AC24-419B-AB4F-1F28A297C19E}" dt="2024-10-22T16:11:49.066" v="125" actId="1076"/>
          <ac:spMkLst>
            <pc:docMk/>
            <pc:sldMk cId="2799075634" sldId="257"/>
            <ac:spMk id="83" creationId="{29443A62-0992-88EA-528D-575CE286A05E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85" creationId="{9349285A-E0FA-EDE2-783A-AE8E6B70DFBA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86" creationId="{65B3BB10-E85F-FE4F-928B-7BD66A211CFF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87" creationId="{9AE19DC3-3A4B-F2E9-12A5-742FF19C4913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88" creationId="{3588817C-AD8B-523B-66F6-9B0F01AF2ACB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89" creationId="{E3F5FA42-0D15-EE1D-BA35-0143897FDBEB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0" creationId="{F5B12624-24DB-C88F-16FA-E80D5E8BDBF1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1" creationId="{302BC1EB-8B5F-1D25-C5FB-A6D64A7B6F22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2" creationId="{4FBCFAFF-B0E1-B750-A4FD-D36F498A958F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3" creationId="{56676153-00E6-A87A-42C6-F14D41B7B734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4" creationId="{B527A215-E64C-8745-D51F-B9FF99B55175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5" creationId="{4E9F4553-C3A6-5508-1055-C6EF98E85A85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6" creationId="{CB7B45AF-449B-DEF0-D432-9B4C77741F4E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7" creationId="{BD06D587-A62D-6AB0-2F21-E2188E0E6FF7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8" creationId="{A33EDEF8-1116-4FE6-3AC8-E548DED9D35D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99" creationId="{0F33B2F6-B244-870D-F430-281C8E99D5E0}"/>
          </ac:spMkLst>
        </pc:spChg>
        <pc:spChg chg="mod">
          <ac:chgData name="Matteo Francia" userId="fbe833e6-b551-4418-a2a7-4d1023d25bd4" providerId="ADAL" clId="{2496DBF5-AC24-419B-AB4F-1F28A297C19E}" dt="2024-10-22T16:13:27.182" v="131"/>
          <ac:spMkLst>
            <pc:docMk/>
            <pc:sldMk cId="2799075634" sldId="257"/>
            <ac:spMk id="100" creationId="{A6DBEA63-4887-C902-EC64-ECEC84FFBAAD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02" creationId="{1D1E6D06-D1EF-4F18-97EF-AA4119B5D4BD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03" creationId="{EF593D6E-AEFF-2B45-3FE8-3C8E31D3DE76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04" creationId="{9B6EB9A5-0F2E-0109-34ED-723C9EEB9743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05" creationId="{B658B9D2-742D-DDED-9C2D-75B520EBC2DF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06" creationId="{B88345A1-CF1E-9640-C9F4-6CCE4233D6C3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07" creationId="{BE1A4F13-FD4A-BBBA-5340-6E0FEAA4167C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08" creationId="{E34BC13E-8067-2CC4-BE62-8AA330D5B554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09" creationId="{4347E3CB-D6A1-DBD1-F016-960B5AE720B8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10" creationId="{554D7C16-F557-6E45-11C1-628D459F03CF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11" creationId="{B4B288EA-4FF6-0AFF-91E1-FF8323026C44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12" creationId="{43D615EB-760E-2CF0-7793-3C5DEC68BC89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13" creationId="{2E8B9447-3F3D-B576-C043-852C5623B4E8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14" creationId="{18200C29-F788-DFED-08DA-D7891B37B5ED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15" creationId="{D0024115-0A50-C307-7CC3-F94755CBC5E4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16" creationId="{0DC76E65-C694-D9EE-FD96-F57AEA8B3545}"/>
          </ac:spMkLst>
        </pc:spChg>
        <pc:spChg chg="mod">
          <ac:chgData name="Matteo Francia" userId="fbe833e6-b551-4418-a2a7-4d1023d25bd4" providerId="ADAL" clId="{2496DBF5-AC24-419B-AB4F-1F28A297C19E}" dt="2024-10-22T16:13:30.658" v="133"/>
          <ac:spMkLst>
            <pc:docMk/>
            <pc:sldMk cId="2799075634" sldId="257"/>
            <ac:spMk id="117" creationId="{65ACFBA3-A15C-CE69-EEC8-90097A31B830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19" creationId="{EDE2162D-8BF9-077C-3E44-3AE77C319CB0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0" creationId="{57A9C8BC-5098-39A6-C858-6EF638B4CAFE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1" creationId="{3810C051-7639-F217-D376-4B470315BD32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2" creationId="{A8D17486-00FE-9AE3-28F6-DF09E6011244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3" creationId="{5AB880CD-8D02-DA95-6C84-E117C9353F1F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4" creationId="{998F3E7E-27D1-2869-599E-B753AAF26341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5" creationId="{175C5F92-9E4D-6B34-EAF2-C7423FBDDC07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6" creationId="{33B2D5AC-D7DB-7A9C-2DDA-EE1FED2A8AA7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7" creationId="{589DA953-965D-5B3F-F1D5-C31BFB91EE86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8" creationId="{740531A4-5895-84C8-D0E9-049EA67A0532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29" creationId="{033BAC52-D66E-DDA4-835B-B01313B88F6C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30" creationId="{9051B6FF-71ED-DC08-7B1A-2B57CD9BCBBB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31" creationId="{55E57D3A-1A49-A7EA-80DC-E1C3006AB38A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32" creationId="{9B966A8D-C9A1-D340-E8C0-E9FC04090EBE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33" creationId="{A3F4D9B6-629C-4312-06AD-151BB2A432B4}"/>
          </ac:spMkLst>
        </pc:spChg>
        <pc:spChg chg="mod">
          <ac:chgData name="Matteo Francia" userId="fbe833e6-b551-4418-a2a7-4d1023d25bd4" providerId="ADAL" clId="{2496DBF5-AC24-419B-AB4F-1F28A297C19E}" dt="2024-10-22T16:13:45.378" v="138"/>
          <ac:spMkLst>
            <pc:docMk/>
            <pc:sldMk cId="2799075634" sldId="257"/>
            <ac:spMk id="134" creationId="{6A920D63-2A1A-8775-7D22-0B98B2C79C6A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36" creationId="{77F1C655-2C4D-A957-F90F-5EB558961F8A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37" creationId="{E2E0843C-1E44-471E-2249-4B844A1E2E0C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38" creationId="{C77D6B9E-E4B2-D743-490D-B9097B01EFE9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39" creationId="{C7A20374-D4C3-8506-43AF-5C604FF4E775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0" creationId="{CF19BED9-9361-AAB0-9FF3-D4DB73637485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1" creationId="{B54B6EF3-83C5-25AB-7B02-92D10847AC20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2" creationId="{454156B0-F6FF-DB0A-AC80-055B1A14911E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3" creationId="{56CE3331-811F-BDEE-AE7A-AA949431CF6E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4" creationId="{5CA2BBD6-C737-B16D-1398-469C57F43A95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5" creationId="{F5CCB581-61F3-C2C3-8B9F-B9A0E7007D1D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6" creationId="{8F013A55-28B0-18DE-36BD-A8909D8891AB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7" creationId="{ED82C494-7E86-78A2-E19E-E6667FAD5BC4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8" creationId="{279D1E89-6D31-4766-7DE5-1953EBECD58E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49" creationId="{B5CA5EFF-9D66-D513-FC61-1AB6ACD70BFF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0" creationId="{0261E4E6-DE7B-0219-8DA1-806C555CEC82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1" creationId="{75C566FC-8839-4511-26C6-0E070D1031CA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3" creationId="{48E0F9AB-DCF9-9251-FFD6-4CE8FBE21BAA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4" creationId="{59180713-CE6B-A361-1D69-52F62F3B261D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5" creationId="{627E3CF5-CC7A-82C0-7E81-FB9B50D0C1F1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6" creationId="{4DFD65BA-1EC4-CD26-E786-D4C206041046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7" creationId="{29685AE9-B1DD-8CA6-AA0D-2A9C90A4547F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8" creationId="{5271E706-80CC-6E8F-D1E4-ACAB8D6DC3FE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59" creationId="{460249C3-1E2F-2C2C-9818-D7E3777392FF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0" creationId="{5E9F4F5D-5A8F-AC7E-9B97-8EB4EED1C714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1" creationId="{874398C7-A124-FED2-E744-0837A2704E1D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2" creationId="{976E957B-4BEC-7733-B31A-D768D5E363ED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3" creationId="{590DE563-9FD8-3E68-3D74-37182AFA18AD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4" creationId="{104E52A2-3EAC-62FF-88ED-6B14925A541E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5" creationId="{9231C707-DD3A-CC7A-37CE-F82C2A3910B7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6" creationId="{2010571A-DE82-7078-8772-62086E732D44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7" creationId="{CA528C07-1A59-312E-32F7-26520427107C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68" creationId="{CEC03DBC-EA87-01D8-8C5D-9FFE6CA3276E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0" creationId="{407F7713-AFEA-5309-BD53-8829F83B4B43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1" creationId="{80282527-C6DC-EE60-8036-13DF53B99D28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2" creationId="{1E0E8358-9BB9-0074-B6D7-2CBAF3942EB2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3" creationId="{FE566415-7341-DE17-F52C-CACDBF713355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4" creationId="{305F2B27-C616-7090-F509-EBD0626D6B71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5" creationId="{C7DEEEEA-024E-74D6-D05F-C51C9B4E9ED7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6" creationId="{0FF6B706-90E3-70F2-1FAC-E63F60B6F301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7" creationId="{C9AC9472-E9A8-5236-4A12-7934A1826B4F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8" creationId="{E2D82053-5196-23F0-CBEE-42C78CFF5AEB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79" creationId="{80FAF2A5-C6BB-B9EF-4595-3BB4539F3D7F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80" creationId="{43D20163-4D7F-43B8-595A-A4D358E7B595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81" creationId="{1F220FD4-8275-913B-D780-1A7B8CFDC91E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82" creationId="{B523F67E-A17C-D7B0-924F-D28CF53DD028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83" creationId="{A371E034-D7EE-8863-47B8-DBFA39F72442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84" creationId="{96A0B2D4-A840-D391-F41F-7F92B072F5AB}"/>
          </ac:spMkLst>
        </pc:spChg>
        <pc:spChg chg="mod">
          <ac:chgData name="Matteo Francia" userId="fbe833e6-b551-4418-a2a7-4d1023d25bd4" providerId="ADAL" clId="{2496DBF5-AC24-419B-AB4F-1F28A297C19E}" dt="2024-10-22T16:13:56.174" v="142"/>
          <ac:spMkLst>
            <pc:docMk/>
            <pc:sldMk cId="2799075634" sldId="257"/>
            <ac:spMk id="185" creationId="{89DA5261-E223-CBEB-0621-D369985D5690}"/>
          </ac:spMkLst>
        </pc:spChg>
        <pc:spChg chg="add mod">
          <ac:chgData name="Matteo Francia" userId="fbe833e6-b551-4418-a2a7-4d1023d25bd4" providerId="ADAL" clId="{2496DBF5-AC24-419B-AB4F-1F28A297C19E}" dt="2024-10-22T16:14:46.779" v="150" actId="1035"/>
          <ac:spMkLst>
            <pc:docMk/>
            <pc:sldMk cId="2799075634" sldId="257"/>
            <ac:spMk id="186" creationId="{BC8AD9CE-212C-4B38-4CB4-B8166DBF835B}"/>
          </ac:spMkLst>
        </pc:spChg>
        <pc:spChg chg="add mod">
          <ac:chgData name="Matteo Francia" userId="fbe833e6-b551-4418-a2a7-4d1023d25bd4" providerId="ADAL" clId="{2496DBF5-AC24-419B-AB4F-1F28A297C19E}" dt="2024-10-22T16:14:58.681" v="157" actId="20577"/>
          <ac:spMkLst>
            <pc:docMk/>
            <pc:sldMk cId="2799075634" sldId="257"/>
            <ac:spMk id="187" creationId="{47A691BD-55C9-FD7A-094D-B74C1F44C4B5}"/>
          </ac:spMkLst>
        </pc:spChg>
        <pc:grpChg chg="add mod">
          <ac:chgData name="Matteo Francia" userId="fbe833e6-b551-4418-a2a7-4d1023d25bd4" providerId="ADAL" clId="{2496DBF5-AC24-419B-AB4F-1F28A297C19E}" dt="2024-10-22T16:12:04.144" v="130" actId="1035"/>
          <ac:grpSpMkLst>
            <pc:docMk/>
            <pc:sldMk cId="2799075634" sldId="257"/>
            <ac:grpSpMk id="14" creationId="{621EEF78-F0E4-D586-7E8E-FF7ADBAF1EFF}"/>
          </ac:grpSpMkLst>
        </pc:grpChg>
        <pc:grpChg chg="add mod">
          <ac:chgData name="Matteo Francia" userId="fbe833e6-b551-4418-a2a7-4d1023d25bd4" providerId="ADAL" clId="{2496DBF5-AC24-419B-AB4F-1F28A297C19E}" dt="2024-10-22T16:12:04.144" v="130" actId="1035"/>
          <ac:grpSpMkLst>
            <pc:docMk/>
            <pc:sldMk cId="2799075634" sldId="257"/>
            <ac:grpSpMk id="19" creationId="{197DE10F-DBDA-5CD9-9C7A-E44933CFB961}"/>
          </ac:grpSpMkLst>
        </pc:grpChg>
        <pc:grpChg chg="add mod">
          <ac:chgData name="Matteo Francia" userId="fbe833e6-b551-4418-a2a7-4d1023d25bd4" providerId="ADAL" clId="{2496DBF5-AC24-419B-AB4F-1F28A297C19E}" dt="2024-10-22T16:12:04.144" v="130" actId="1035"/>
          <ac:grpSpMkLst>
            <pc:docMk/>
            <pc:sldMk cId="2799075634" sldId="257"/>
            <ac:grpSpMk id="36" creationId="{206E0A89-02D7-DB28-A636-0F5B2E6D92A9}"/>
          </ac:grpSpMkLst>
        </pc:grpChg>
        <pc:grpChg chg="add mod">
          <ac:chgData name="Matteo Francia" userId="fbe833e6-b551-4418-a2a7-4d1023d25bd4" providerId="ADAL" clId="{2496DBF5-AC24-419B-AB4F-1F28A297C19E}" dt="2024-10-22T16:12:04.144" v="130" actId="1035"/>
          <ac:grpSpMkLst>
            <pc:docMk/>
            <pc:sldMk cId="2799075634" sldId="257"/>
            <ac:grpSpMk id="41" creationId="{BECF8665-5873-3E5C-1B15-D03CEAE44B05}"/>
          </ac:grpSpMkLst>
        </pc:grpChg>
        <pc:grpChg chg="add del mod">
          <ac:chgData name="Matteo Francia" userId="fbe833e6-b551-4418-a2a7-4d1023d25bd4" providerId="ADAL" clId="{2496DBF5-AC24-419B-AB4F-1F28A297C19E}" dt="2024-10-22T16:11:15.887" v="117" actId="478"/>
          <ac:grpSpMkLst>
            <pc:docMk/>
            <pc:sldMk cId="2799075634" sldId="257"/>
            <ac:grpSpMk id="58" creationId="{F87DBCD0-2ADF-0F81-09E0-F1633911C89F}"/>
          </ac:grpSpMkLst>
        </pc:grpChg>
        <pc:grpChg chg="add mod">
          <ac:chgData name="Matteo Francia" userId="fbe833e6-b551-4418-a2a7-4d1023d25bd4" providerId="ADAL" clId="{2496DBF5-AC24-419B-AB4F-1F28A297C19E}" dt="2024-10-22T16:12:04.144" v="130" actId="1035"/>
          <ac:grpSpMkLst>
            <pc:docMk/>
            <pc:sldMk cId="2799075634" sldId="257"/>
            <ac:grpSpMk id="76" creationId="{28014743-91C6-73CB-7F97-94FC9365EC31}"/>
          </ac:grpSpMkLst>
        </pc:grpChg>
        <pc:grpChg chg="add mod">
          <ac:chgData name="Matteo Francia" userId="fbe833e6-b551-4418-a2a7-4d1023d25bd4" providerId="ADAL" clId="{2496DBF5-AC24-419B-AB4F-1F28A297C19E}" dt="2024-10-22T16:14:17.090" v="145" actId="554"/>
          <ac:grpSpMkLst>
            <pc:docMk/>
            <pc:sldMk cId="2799075634" sldId="257"/>
            <ac:grpSpMk id="84" creationId="{17E572B8-D10C-8734-3911-90867D5C5578}"/>
          </ac:grpSpMkLst>
        </pc:grpChg>
        <pc:grpChg chg="add mod">
          <ac:chgData name="Matteo Francia" userId="fbe833e6-b551-4418-a2a7-4d1023d25bd4" providerId="ADAL" clId="{2496DBF5-AC24-419B-AB4F-1F28A297C19E}" dt="2024-10-22T16:14:19.506" v="146" actId="408"/>
          <ac:grpSpMkLst>
            <pc:docMk/>
            <pc:sldMk cId="2799075634" sldId="257"/>
            <ac:grpSpMk id="101" creationId="{550E3483-AB45-7C8F-436B-E923AEE7737F}"/>
          </ac:grpSpMkLst>
        </pc:grpChg>
        <pc:grpChg chg="add mod">
          <ac:chgData name="Matteo Francia" userId="fbe833e6-b551-4418-a2a7-4d1023d25bd4" providerId="ADAL" clId="{2496DBF5-AC24-419B-AB4F-1F28A297C19E}" dt="2024-10-22T16:14:19.506" v="146" actId="408"/>
          <ac:grpSpMkLst>
            <pc:docMk/>
            <pc:sldMk cId="2799075634" sldId="257"/>
            <ac:grpSpMk id="118" creationId="{95923223-053D-CA93-E498-B2D0720384FB}"/>
          </ac:grpSpMkLst>
        </pc:grpChg>
        <pc:grpChg chg="add mod">
          <ac:chgData name="Matteo Francia" userId="fbe833e6-b551-4418-a2a7-4d1023d25bd4" providerId="ADAL" clId="{2496DBF5-AC24-419B-AB4F-1F28A297C19E}" dt="2024-10-22T16:14:19.506" v="146" actId="408"/>
          <ac:grpSpMkLst>
            <pc:docMk/>
            <pc:sldMk cId="2799075634" sldId="257"/>
            <ac:grpSpMk id="135" creationId="{0E241877-EC5C-6CDD-ECFF-F60F48E61703}"/>
          </ac:grpSpMkLst>
        </pc:grpChg>
        <pc:grpChg chg="add mod">
          <ac:chgData name="Matteo Francia" userId="fbe833e6-b551-4418-a2a7-4d1023d25bd4" providerId="ADAL" clId="{2496DBF5-AC24-419B-AB4F-1F28A297C19E}" dt="2024-10-22T16:14:19.506" v="146" actId="408"/>
          <ac:grpSpMkLst>
            <pc:docMk/>
            <pc:sldMk cId="2799075634" sldId="257"/>
            <ac:grpSpMk id="152" creationId="{044DB118-481C-6807-EF02-17CAA91F365C}"/>
          </ac:grpSpMkLst>
        </pc:grpChg>
        <pc:grpChg chg="add mod">
          <ac:chgData name="Matteo Francia" userId="fbe833e6-b551-4418-a2a7-4d1023d25bd4" providerId="ADAL" clId="{2496DBF5-AC24-419B-AB4F-1F28A297C19E}" dt="2024-10-22T16:14:17.090" v="145" actId="554"/>
          <ac:grpSpMkLst>
            <pc:docMk/>
            <pc:sldMk cId="2799075634" sldId="257"/>
            <ac:grpSpMk id="169" creationId="{29AD5AF7-EC00-5709-4B74-4928B1EC7D26}"/>
          </ac:grpSpMkLst>
        </pc:grpChg>
        <pc:cxnChg chg="add mod">
          <ac:chgData name="Matteo Francia" userId="fbe833e6-b551-4418-a2a7-4d1023d25bd4" providerId="ADAL" clId="{2496DBF5-AC24-419B-AB4F-1F28A297C19E}" dt="2024-10-22T16:11:14.184" v="116" actId="14100"/>
          <ac:cxnSpMkLst>
            <pc:docMk/>
            <pc:sldMk cId="2799075634" sldId="257"/>
            <ac:cxnSpMk id="5" creationId="{691A91A3-3578-7286-DD1A-C8EC6C052358}"/>
          </ac:cxnSpMkLst>
        </pc:cxnChg>
        <pc:cxnChg chg="add del mod">
          <ac:chgData name="Matteo Francia" userId="fbe833e6-b551-4418-a2a7-4d1023d25bd4" providerId="ADAL" clId="{2496DBF5-AC24-419B-AB4F-1F28A297C19E}" dt="2024-10-22T16:07:55.370" v="87" actId="478"/>
          <ac:cxnSpMkLst>
            <pc:docMk/>
            <pc:sldMk cId="2799075634" sldId="257"/>
            <ac:cxnSpMk id="7" creationId="{E7F167CC-A94C-1A9D-48FD-F1CCF0F0811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490A-D250-5C15-50D9-9DFFF13E7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DB574-9304-9E26-11FC-2AA5D27F3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8351C-2545-6F90-1E01-7AD240A2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94AA-FC86-7372-85BB-016CF932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5E571-751F-E520-54D1-0603A2D8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7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B383C-E690-BDF7-0B4E-938C91874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3491-A28E-4F2F-A092-E72A8094D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06C3F-B040-2635-B6CB-387C39FDF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636C8-1373-15BF-1EDC-E74B87F6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1339D-61AC-0723-7CF4-4A963250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6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6662-708A-6A45-9464-5AA5704A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E1FC2-8213-46EF-9347-8ED59376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2A61A-4EFD-CC40-8D65-48CAE658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7B171-1BF8-2CE4-93A5-E2811DC7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F81FF-A2B5-E8E3-1063-F273C63B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1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E73C-AA93-4A1E-C6BC-6415B342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4F428-59FD-61BE-32F7-61903883D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35E0F-D486-E4B5-858F-707689681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E3E5A-4147-C4F2-9BB2-D0F56C08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68E03-7358-7A00-5C1F-74B85A42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78237-06BE-95AC-47C7-12F14722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4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9A3C-8EFD-F0DC-6C56-E55FB71EC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7576A-31A5-EA21-8474-760AABCEF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E646E-0C9F-566D-A58B-84F72F9A3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F4A45-2A7B-7D64-6D9E-927682CE4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1BFA70-D4C4-D31F-F958-AC460A394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E8E66-960D-92CA-BB28-2199DDCA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2419B-2406-EE2C-9AC9-67010257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0FB98-F568-E15B-8B60-6D8EC10B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3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DC0D-8B68-658F-7CC4-D029FC15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F5838-5545-87B9-A0EA-8D006370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5AB13-6935-A547-A1AF-E335AB1C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E8D61-C484-7A05-2841-8B98E3C9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5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A258F-6F7E-C651-F5AA-4ABFC5A42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B69DCB-58DC-3BAA-0F53-DE1F6FE2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088A1-542E-C37C-CF7D-6CC99307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0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C7DB-ED9A-A7F7-E653-03D7AA3F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D651-BE1C-FF9F-66B1-0D654994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9E184-BCC9-FE70-EB43-FDFB328ED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27E28-FF5E-E716-9AE2-A9EF4AB4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A4B7C-1996-763E-7DC0-A317F83F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9AB58-A7B1-3E71-7182-FFF21B09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6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5EB4-889D-BBBF-D323-C68DD119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BAD9E-0BDF-C0ED-C59E-6ECBA6BE6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2FB4-19CB-8990-FF36-BEDD9D490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9A05E-AF55-5A79-5224-48857A99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DC322-D445-5425-A3E3-3D91A481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E3C2C-4C40-1460-1BF5-72C20805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9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977D-0A48-8939-B999-F730CA50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C7BDD-15CE-2F55-D33C-3870C0187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E4A33-7EA9-699D-0C57-9A7165B3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9582-34DD-8ADF-6293-CDEA0F9C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E5548-B227-D598-51C9-3F295849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2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569C3-BCE9-EEDD-E87C-758EC34DE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7E2E9-3E82-3706-E567-E91DD91B5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FBD-39AF-D536-ECEE-EF1783871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76736-DCFC-1368-5E1E-F8AC6321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9316B-5435-1CB7-2403-5D356ED95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7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D25CE-FFFA-8AB1-EBF7-ED356059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E2F29-64CA-E2D0-B94D-BD6BFABED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0E5A5-56F5-6797-702B-8D7BC9393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1EAE6-DB01-47E1-A442-261F67AA92F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EF30C-AF1B-3789-E14D-F62EFE4CE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5BC9-9AAF-1907-9CFE-44C931792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740C7-AC7A-4142-898F-BE565E35EF9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28B136E-0EF1-449D-B8CD-34C80C851327}"/>
              </a:ext>
            </a:extLst>
          </p:cNvPr>
          <p:cNvSpPr/>
          <p:nvPr/>
        </p:nvSpPr>
        <p:spPr>
          <a:xfrm>
            <a:off x="8340029" y="1218886"/>
            <a:ext cx="1958510" cy="2279542"/>
          </a:xfrm>
          <a:prstGeom prst="rect">
            <a:avLst/>
          </a:prstGeom>
          <a:solidFill>
            <a:srgbClr val="DA535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Information </a:t>
            </a:r>
            <a:b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Systems &amp; BI</a:t>
            </a: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59FCE38-D076-4501-BACD-903A43116EF0}"/>
              </a:ext>
            </a:extLst>
          </p:cNvPr>
          <p:cNvSpPr/>
          <p:nvPr/>
        </p:nvSpPr>
        <p:spPr>
          <a:xfrm>
            <a:off x="4119417" y="3619608"/>
            <a:ext cx="6179121" cy="2279542"/>
          </a:xfrm>
          <a:prstGeom prst="rect">
            <a:avLst/>
          </a:prstGeom>
          <a:solidFill>
            <a:srgbClr val="EC8B3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Big </a:t>
            </a:r>
            <a:r>
              <a:rPr lang="it-IT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&amp; </a:t>
            </a:r>
            <a:b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Cloud </a:t>
            </a:r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Platforms</a:t>
            </a:r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29CC3F4-03F9-4CEA-BB04-57E507F2EBF0}"/>
              </a:ext>
            </a:extLst>
          </p:cNvPr>
          <p:cNvSpPr/>
          <p:nvPr/>
        </p:nvSpPr>
        <p:spPr>
          <a:xfrm>
            <a:off x="5160523" y="1184370"/>
            <a:ext cx="1949778" cy="2277699"/>
          </a:xfrm>
          <a:prstGeom prst="rect">
            <a:avLst/>
          </a:prstGeom>
          <a:solidFill>
            <a:srgbClr val="4C76A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Databases</a:t>
            </a: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0D1BCC33-7D80-43A0-AA25-FFFC022AE9EA}"/>
              </a:ext>
            </a:extLst>
          </p:cNvPr>
          <p:cNvSpPr/>
          <p:nvPr/>
        </p:nvSpPr>
        <p:spPr>
          <a:xfrm>
            <a:off x="5632492" y="1997578"/>
            <a:ext cx="1005840" cy="1216152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Relational</a:t>
            </a:r>
            <a:r>
              <a:rPr lang="it-IT" sz="1300" dirty="0">
                <a:latin typeface="Helvetica" panose="020B0604020202020204" pitchFamily="34" charset="0"/>
                <a:cs typeface="Helvetica" panose="020B0604020202020204" pitchFamily="34" charset="0"/>
              </a:rPr>
              <a:t> DB</a:t>
            </a:r>
          </a:p>
        </p:txBody>
      </p:sp>
      <p:sp>
        <p:nvSpPr>
          <p:cNvPr id="8" name="Cilindro 7">
            <a:extLst>
              <a:ext uri="{FF2B5EF4-FFF2-40B4-BE49-F238E27FC236}">
                <a16:creationId xmlns:a16="http://schemas.microsoft.com/office/drawing/2014/main" id="{667A2D1A-4DDC-4708-8589-DEE4A8670048}"/>
              </a:ext>
            </a:extLst>
          </p:cNvPr>
          <p:cNvSpPr/>
          <p:nvPr/>
        </p:nvSpPr>
        <p:spPr>
          <a:xfrm>
            <a:off x="4460835" y="4392728"/>
            <a:ext cx="1005840" cy="1216152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 err="1">
                <a:latin typeface="Helvetica" panose="020B0604020202020204" pitchFamily="34" charset="0"/>
                <a:cs typeface="Helvetica" panose="020B0604020202020204" pitchFamily="34" charset="0"/>
              </a:rPr>
              <a:t>NoSQL</a:t>
            </a:r>
            <a:r>
              <a:rPr lang="it-IT" sz="1300" dirty="0">
                <a:latin typeface="Helvetica" panose="020B0604020202020204" pitchFamily="34" charset="0"/>
                <a:cs typeface="Helvetica" panose="020B0604020202020204" pitchFamily="34" charset="0"/>
              </a:rPr>
              <a:t> DB</a:t>
            </a:r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C7C337A9-3F9D-450E-AF70-35E6EEF98CAF}"/>
              </a:ext>
            </a:extLst>
          </p:cNvPr>
          <p:cNvSpPr/>
          <p:nvPr/>
        </p:nvSpPr>
        <p:spPr>
          <a:xfrm>
            <a:off x="6638600" y="4392728"/>
            <a:ext cx="1005840" cy="1216152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br>
              <a:rPr lang="it-IT" sz="13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it-IT" sz="1300" dirty="0">
                <a:latin typeface="Helvetica" panose="020B0604020202020204" pitchFamily="34" charset="0"/>
                <a:cs typeface="Helvetica" panose="020B0604020202020204" pitchFamily="34" charset="0"/>
              </a:rPr>
              <a:t>Lake</a:t>
            </a:r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4F4BC64E-124B-4CBB-B534-23350DCFA10E}"/>
              </a:ext>
            </a:extLst>
          </p:cNvPr>
          <p:cNvSpPr/>
          <p:nvPr/>
        </p:nvSpPr>
        <p:spPr>
          <a:xfrm>
            <a:off x="8816364" y="4392728"/>
            <a:ext cx="1005840" cy="1216152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br>
              <a:rPr lang="it-IT" sz="13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it-IT" sz="1300" dirty="0" err="1">
                <a:latin typeface="Helvetica" panose="020B0604020202020204" pitchFamily="34" charset="0"/>
                <a:cs typeface="Helvetica" panose="020B0604020202020204" pitchFamily="34" charset="0"/>
              </a:rPr>
              <a:t>Lakehouse</a:t>
            </a:r>
            <a:endParaRPr lang="it-IT" sz="13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ilindro 10">
            <a:extLst>
              <a:ext uri="{FF2B5EF4-FFF2-40B4-BE49-F238E27FC236}">
                <a16:creationId xmlns:a16="http://schemas.microsoft.com/office/drawing/2014/main" id="{4F868CD8-2C87-419A-825D-C7002355B957}"/>
              </a:ext>
            </a:extLst>
          </p:cNvPr>
          <p:cNvSpPr/>
          <p:nvPr/>
        </p:nvSpPr>
        <p:spPr>
          <a:xfrm>
            <a:off x="8816364" y="1997578"/>
            <a:ext cx="1005840" cy="1216152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00" dirty="0">
                <a:latin typeface="Helvetica" panose="020B0604020202020204" pitchFamily="34" charset="0"/>
                <a:cs typeface="Helvetica" panose="020B0604020202020204" pitchFamily="34" charset="0"/>
              </a:rPr>
              <a:t>DWH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B569E36-E15D-4426-88C0-D7B96854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3653" y="-1239686"/>
            <a:ext cx="1958510" cy="3825572"/>
          </a:xfrm>
          <a:prstGeom prst="rect">
            <a:avLst/>
          </a:prstGeom>
        </p:spPr>
      </p:pic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6782E3DF-46B9-46A8-A8F3-B9953653CDF1}"/>
              </a:ext>
            </a:extLst>
          </p:cNvPr>
          <p:cNvSpPr/>
          <p:nvPr/>
        </p:nvSpPr>
        <p:spPr>
          <a:xfrm>
            <a:off x="7210930" y="2343570"/>
            <a:ext cx="1061013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9491729C-B102-4164-A4B4-A47965957282}"/>
              </a:ext>
            </a:extLst>
          </p:cNvPr>
          <p:cNvSpPr/>
          <p:nvPr/>
        </p:nvSpPr>
        <p:spPr>
          <a:xfrm rot="7200000">
            <a:off x="4898977" y="3580972"/>
            <a:ext cx="1109262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EEA6E57-1511-49AC-ABD8-7A5AEE76DFB4}"/>
              </a:ext>
            </a:extLst>
          </p:cNvPr>
          <p:cNvSpPr/>
          <p:nvPr/>
        </p:nvSpPr>
        <p:spPr>
          <a:xfrm>
            <a:off x="10621671" y="1212851"/>
            <a:ext cx="1231900" cy="4686299"/>
          </a:xfrm>
          <a:prstGeom prst="rect">
            <a:avLst/>
          </a:prstGeom>
          <a:solidFill>
            <a:srgbClr val="569B5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Mining and Machine Learning</a:t>
            </a:r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63177FD2-7A6E-4FB3-B189-9B2874A254F2}"/>
              </a:ext>
            </a:extLst>
          </p:cNvPr>
          <p:cNvSpPr/>
          <p:nvPr/>
        </p:nvSpPr>
        <p:spPr>
          <a:xfrm>
            <a:off x="5670459" y="4758488"/>
            <a:ext cx="764357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A7E44423-813B-4C8C-8964-2FA85F6736C9}"/>
              </a:ext>
            </a:extLst>
          </p:cNvPr>
          <p:cNvSpPr/>
          <p:nvPr/>
        </p:nvSpPr>
        <p:spPr>
          <a:xfrm>
            <a:off x="7848224" y="4758488"/>
            <a:ext cx="764357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94AD2BB9-69D4-4BD6-962F-2E40CEE96F30}"/>
              </a:ext>
            </a:extLst>
          </p:cNvPr>
          <p:cNvSpPr/>
          <p:nvPr/>
        </p:nvSpPr>
        <p:spPr>
          <a:xfrm rot="5400000">
            <a:off x="8788778" y="3559316"/>
            <a:ext cx="1061013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26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79633CA-4D22-7ED3-6596-C453CA8527A6}"/>
              </a:ext>
            </a:extLst>
          </p:cNvPr>
          <p:cNvGrpSpPr/>
          <p:nvPr/>
        </p:nvGrpSpPr>
        <p:grpSpPr>
          <a:xfrm>
            <a:off x="2150533" y="2696624"/>
            <a:ext cx="2125135" cy="2099733"/>
            <a:chOff x="2150533" y="1498594"/>
            <a:chExt cx="2125135" cy="209973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1EC9244-86F6-F299-E2E6-626A07D075F1}"/>
                </a:ext>
              </a:extLst>
            </p:cNvPr>
            <p:cNvSpPr/>
            <p:nvPr/>
          </p:nvSpPr>
          <p:spPr>
            <a:xfrm>
              <a:off x="2150533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568BEF7-A3A7-1746-B032-32AE58E9C463}"/>
                </a:ext>
              </a:extLst>
            </p:cNvPr>
            <p:cNvSpPr/>
            <p:nvPr/>
          </p:nvSpPr>
          <p:spPr>
            <a:xfrm>
              <a:off x="3361268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D0BEB88-59DF-4B98-E0CA-0A16BD942581}"/>
                </a:ext>
              </a:extLst>
            </p:cNvPr>
            <p:cNvSpPr/>
            <p:nvPr/>
          </p:nvSpPr>
          <p:spPr>
            <a:xfrm>
              <a:off x="2150533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B9A9194-1378-429F-2043-52ADE4F7EFD8}"/>
                </a:ext>
              </a:extLst>
            </p:cNvPr>
            <p:cNvSpPr/>
            <p:nvPr/>
          </p:nvSpPr>
          <p:spPr>
            <a:xfrm>
              <a:off x="3361268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2A91C8-CF56-8157-740A-982A71AAAF64}"/>
              </a:ext>
            </a:extLst>
          </p:cNvPr>
          <p:cNvGrpSpPr/>
          <p:nvPr/>
        </p:nvGrpSpPr>
        <p:grpSpPr>
          <a:xfrm>
            <a:off x="6934200" y="1498594"/>
            <a:ext cx="4546605" cy="4495793"/>
            <a:chOff x="6934200" y="1498594"/>
            <a:chExt cx="4546605" cy="449579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7CA66F8-7CCC-6DDA-AD3E-5D2B5E34F8AF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7A47537-5655-1C3A-923D-4B05F7D41FDB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6ADCB30-3C75-8F8B-7238-A3B459A7AB56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0CFC492-78C3-E245-085A-449CC550D48E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A3BD3CA-6DF0-A07D-351B-DF018BD53E25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F3189AB-3FA5-6C81-41FA-37673082B76B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5572CC4-297D-6FF3-0B88-4C44F504538C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022A936-BF82-25E0-9F7A-A0F16CDFA61E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9F67E5F-8A93-BAD1-053B-C07E48254AAB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19CF18C-EB04-1E10-D099-644800399630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25EECF6-46FB-0EF3-922C-09D28ACDA563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A59AF4B-150B-8375-A855-D67F83B8E16E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80C11AE-3B7B-60E8-604F-73E19303DF49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23FBED4-A932-51F4-E40E-B2D598394F5F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0963204-5B23-C701-E4BB-E0A8C923AE83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21F85EF-9010-2372-B659-0DE15F51F188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3AABF5E-4020-ABDA-2F35-24E8597D9858}"/>
              </a:ext>
            </a:extLst>
          </p:cNvPr>
          <p:cNvSpPr/>
          <p:nvPr/>
        </p:nvSpPr>
        <p:spPr>
          <a:xfrm>
            <a:off x="4800600" y="3357024"/>
            <a:ext cx="1608667" cy="778933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1A91A3-3578-7286-DD1A-C8EC6C052358}"/>
              </a:ext>
            </a:extLst>
          </p:cNvPr>
          <p:cNvCxnSpPr>
            <a:cxnSpLocks/>
          </p:cNvCxnSpPr>
          <p:nvPr/>
        </p:nvCxnSpPr>
        <p:spPr>
          <a:xfrm>
            <a:off x="1422400" y="2057400"/>
            <a:ext cx="494453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1EEF78-F0E4-D586-7E8E-FF7ADBAF1EFF}"/>
              </a:ext>
            </a:extLst>
          </p:cNvPr>
          <p:cNvGrpSpPr/>
          <p:nvPr/>
        </p:nvGrpSpPr>
        <p:grpSpPr>
          <a:xfrm>
            <a:off x="1303866" y="2374954"/>
            <a:ext cx="414867" cy="328849"/>
            <a:chOff x="2150533" y="1498594"/>
            <a:chExt cx="2125135" cy="209973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F6D200C-3721-F144-2AA1-C2775D99991A}"/>
                </a:ext>
              </a:extLst>
            </p:cNvPr>
            <p:cNvSpPr/>
            <p:nvPr/>
          </p:nvSpPr>
          <p:spPr>
            <a:xfrm>
              <a:off x="2150533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0D22A3B-FF6E-BE28-6013-4285B18D281F}"/>
                </a:ext>
              </a:extLst>
            </p:cNvPr>
            <p:cNvSpPr/>
            <p:nvPr/>
          </p:nvSpPr>
          <p:spPr>
            <a:xfrm>
              <a:off x="3361268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5D6E497-1E2A-2E20-C2D0-6253DC582234}"/>
                </a:ext>
              </a:extLst>
            </p:cNvPr>
            <p:cNvSpPr/>
            <p:nvPr/>
          </p:nvSpPr>
          <p:spPr>
            <a:xfrm>
              <a:off x="2150533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8DBD2D1-CF95-13E6-A306-AF00EC921948}"/>
                </a:ext>
              </a:extLst>
            </p:cNvPr>
            <p:cNvSpPr/>
            <p:nvPr/>
          </p:nvSpPr>
          <p:spPr>
            <a:xfrm>
              <a:off x="3361268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7DE10F-DBDA-5CD9-9C7A-E44933CFB961}"/>
              </a:ext>
            </a:extLst>
          </p:cNvPr>
          <p:cNvGrpSpPr/>
          <p:nvPr/>
        </p:nvGrpSpPr>
        <p:grpSpPr>
          <a:xfrm>
            <a:off x="2113883" y="2162618"/>
            <a:ext cx="914405" cy="753520"/>
            <a:chOff x="6934200" y="1498594"/>
            <a:chExt cx="4546605" cy="449579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953D31E-1696-A6A8-A845-41A05DBF79D7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106841D-A5F3-E7CC-EBEF-AC7BB1D427A3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02D379F-9DD8-D549-31C2-76F863A9DE2C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29212BD-DC2E-3F79-BFB6-3BCA4A3153A7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2462B33-50A6-994F-94DE-4B2344F46896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CDBD0AB-A598-3E22-AA0F-30BF07129F9F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EC23F6E-B9BB-E7D0-0E62-0FCF7A17DD5E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076C6A2-9888-7F71-9372-0FD5970242CF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5F851CC-4CF8-CC78-A4C9-52AADDAD601A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B15F0B8-902A-82D8-F9CC-0B1510C868AD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C8748EB-2FD8-5675-27EB-37519A058A3C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38CF78A-485A-DC1E-CD5A-7633A1232253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543714F-794E-1227-0944-1C10ACB01A85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60BC678-F564-2E35-89E2-529A8C5AFF32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5264D76-3FDC-6DD0-195C-B1675A19A311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1609860-3632-1852-F2A0-27225D143F57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06E0A89-02D7-DB28-A636-0F5B2E6D92A9}"/>
              </a:ext>
            </a:extLst>
          </p:cNvPr>
          <p:cNvGrpSpPr/>
          <p:nvPr/>
        </p:nvGrpSpPr>
        <p:grpSpPr>
          <a:xfrm>
            <a:off x="3423438" y="2374954"/>
            <a:ext cx="414867" cy="328849"/>
            <a:chOff x="2150533" y="1498594"/>
            <a:chExt cx="2125135" cy="2099733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6634E8F-0B1D-A572-0C82-427A20672A6B}"/>
                </a:ext>
              </a:extLst>
            </p:cNvPr>
            <p:cNvSpPr/>
            <p:nvPr/>
          </p:nvSpPr>
          <p:spPr>
            <a:xfrm>
              <a:off x="2150533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FB04F1C-353A-E9DA-50DE-5437842CA06A}"/>
                </a:ext>
              </a:extLst>
            </p:cNvPr>
            <p:cNvSpPr/>
            <p:nvPr/>
          </p:nvSpPr>
          <p:spPr>
            <a:xfrm>
              <a:off x="3361268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055AC68-051C-F432-1274-52A01069F82E}"/>
                </a:ext>
              </a:extLst>
            </p:cNvPr>
            <p:cNvSpPr/>
            <p:nvPr/>
          </p:nvSpPr>
          <p:spPr>
            <a:xfrm>
              <a:off x="2150533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600BF2E-BF6F-058B-6E28-E8DC59A41793}"/>
                </a:ext>
              </a:extLst>
            </p:cNvPr>
            <p:cNvSpPr/>
            <p:nvPr/>
          </p:nvSpPr>
          <p:spPr>
            <a:xfrm>
              <a:off x="3361268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ECF8665-5873-3E5C-1B15-D03CEAE44B05}"/>
              </a:ext>
            </a:extLst>
          </p:cNvPr>
          <p:cNvGrpSpPr/>
          <p:nvPr/>
        </p:nvGrpSpPr>
        <p:grpSpPr>
          <a:xfrm>
            <a:off x="4233455" y="2162618"/>
            <a:ext cx="914405" cy="753520"/>
            <a:chOff x="6934200" y="1498594"/>
            <a:chExt cx="4546605" cy="4495793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77EF392F-3B51-6D5C-5466-64B4611D5A46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326B7C9-DB02-BEA1-05BE-E4A1A49707EF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DA79DC81-FE0B-2F8C-2C4A-DBC32B894368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A28E858F-1DE1-24E6-DEE9-475E8530CF67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2F1DADF-5C90-D867-4801-98AF1DC914F7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3BE4E85-0AB8-3AB0-F078-F243A9E5899D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B78FE35-C971-FDFB-A387-8D866CA6C4A3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F36459B3-63C8-EC52-D603-8F6C0185EC91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EB675136-5BE6-8E78-47F7-F830E87A0F09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DD1A5DDF-8B3E-DEB5-DB4E-2E4138FF4B10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4053C51-7733-C1C4-95E2-4872D0FC0147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C05B896D-ADEB-F8BD-78F1-579CD71EE41A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48F7DB5F-19B1-4B8D-30CA-7ACFE4657DE0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6B531E0C-B096-F99A-5A98-0420D0CC52B7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13B5F003-6D87-9550-816D-97B43A03C67F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0EBFF12C-2807-6F26-BCC7-0A2BE06228FE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8014743-91C6-73CB-7F97-94FC9365EC31}"/>
              </a:ext>
            </a:extLst>
          </p:cNvPr>
          <p:cNvGrpSpPr/>
          <p:nvPr/>
        </p:nvGrpSpPr>
        <p:grpSpPr>
          <a:xfrm>
            <a:off x="5543009" y="2374954"/>
            <a:ext cx="414867" cy="328849"/>
            <a:chOff x="2150533" y="1498594"/>
            <a:chExt cx="2125135" cy="2099733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F5E6F629-A4AE-FBDB-CEE7-2BFD63143385}"/>
                </a:ext>
              </a:extLst>
            </p:cNvPr>
            <p:cNvSpPr/>
            <p:nvPr/>
          </p:nvSpPr>
          <p:spPr>
            <a:xfrm>
              <a:off x="2150533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068640F5-A5ED-29C5-DCD7-AB03CB52C122}"/>
                </a:ext>
              </a:extLst>
            </p:cNvPr>
            <p:cNvSpPr/>
            <p:nvPr/>
          </p:nvSpPr>
          <p:spPr>
            <a:xfrm>
              <a:off x="3361268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D3A7CEA-FDB7-BC7A-E4AF-206A6177457A}"/>
                </a:ext>
              </a:extLst>
            </p:cNvPr>
            <p:cNvSpPr/>
            <p:nvPr/>
          </p:nvSpPr>
          <p:spPr>
            <a:xfrm>
              <a:off x="2150533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BC1887E0-1C9F-99B5-C77D-27182AE46B11}"/>
                </a:ext>
              </a:extLst>
            </p:cNvPr>
            <p:cNvSpPr/>
            <p:nvPr/>
          </p:nvSpPr>
          <p:spPr>
            <a:xfrm>
              <a:off x="3361268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560FEEF-7A96-0756-53D7-B8B9D1989A15}"/>
              </a:ext>
            </a:extLst>
          </p:cNvPr>
          <p:cNvSpPr/>
          <p:nvPr/>
        </p:nvSpPr>
        <p:spPr>
          <a:xfrm>
            <a:off x="1515533" y="804311"/>
            <a:ext cx="4267200" cy="1109156"/>
          </a:xfrm>
          <a:custGeom>
            <a:avLst/>
            <a:gdLst>
              <a:gd name="connsiteX0" fmla="*/ 0 w 4267200"/>
              <a:gd name="connsiteY0" fmla="*/ 1083756 h 1109156"/>
              <a:gd name="connsiteX1" fmla="*/ 889000 w 4267200"/>
              <a:gd name="connsiteY1" fmla="*/ 22 h 1109156"/>
              <a:gd name="connsiteX2" fmla="*/ 1955800 w 4267200"/>
              <a:gd name="connsiteY2" fmla="*/ 1049889 h 1109156"/>
              <a:gd name="connsiteX3" fmla="*/ 1955800 w 4267200"/>
              <a:gd name="connsiteY3" fmla="*/ 1049889 h 1109156"/>
              <a:gd name="connsiteX4" fmla="*/ 3014134 w 4267200"/>
              <a:gd name="connsiteY4" fmla="*/ 67756 h 1109156"/>
              <a:gd name="connsiteX5" fmla="*/ 3014134 w 4267200"/>
              <a:gd name="connsiteY5" fmla="*/ 67756 h 1109156"/>
              <a:gd name="connsiteX6" fmla="*/ 4267200 w 4267200"/>
              <a:gd name="connsiteY6" fmla="*/ 1109156 h 1109156"/>
              <a:gd name="connsiteX7" fmla="*/ 4267200 w 4267200"/>
              <a:gd name="connsiteY7" fmla="*/ 1109156 h 1109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1109156">
                <a:moveTo>
                  <a:pt x="0" y="1083756"/>
                </a:moveTo>
                <a:cubicBezTo>
                  <a:pt x="281516" y="544711"/>
                  <a:pt x="563033" y="5666"/>
                  <a:pt x="889000" y="22"/>
                </a:cubicBezTo>
                <a:cubicBezTo>
                  <a:pt x="1214967" y="-5622"/>
                  <a:pt x="1955800" y="1049889"/>
                  <a:pt x="1955800" y="1049889"/>
                </a:cubicBezTo>
                <a:lnTo>
                  <a:pt x="1955800" y="1049889"/>
                </a:lnTo>
                <a:lnTo>
                  <a:pt x="3014134" y="67756"/>
                </a:lnTo>
                <a:lnTo>
                  <a:pt x="3014134" y="67756"/>
                </a:lnTo>
                <a:lnTo>
                  <a:pt x="4267200" y="1109156"/>
                </a:lnTo>
                <a:lnTo>
                  <a:pt x="4267200" y="110915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443A62-0992-88EA-528D-575CE286A05E}"/>
              </a:ext>
            </a:extLst>
          </p:cNvPr>
          <p:cNvSpPr txBox="1"/>
          <p:nvPr/>
        </p:nvSpPr>
        <p:spPr>
          <a:xfrm>
            <a:off x="5924816" y="165710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7E572B8-D10C-8734-3911-90867D5C5578}"/>
              </a:ext>
            </a:extLst>
          </p:cNvPr>
          <p:cNvGrpSpPr/>
          <p:nvPr/>
        </p:nvGrpSpPr>
        <p:grpSpPr>
          <a:xfrm>
            <a:off x="1393120" y="4542124"/>
            <a:ext cx="914405" cy="753520"/>
            <a:chOff x="6934200" y="1498594"/>
            <a:chExt cx="4546605" cy="4495793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9349285A-E0FA-EDE2-783A-AE8E6B70DFBA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65B3BB10-E85F-FE4F-928B-7BD66A211CFF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9AE19DC3-3A4B-F2E9-12A5-742FF19C4913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3588817C-AD8B-523B-66F6-9B0F01AF2ACB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E3F5FA42-0D15-EE1D-BA35-0143897FDBEB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F5B12624-24DB-C88F-16FA-E80D5E8BDBF1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302BC1EB-8B5F-1D25-C5FB-A6D64A7B6F22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4FBCFAFF-B0E1-B750-A4FD-D36F498A958F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56676153-00E6-A87A-42C6-F14D41B7B734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B527A215-E64C-8745-D51F-B9FF99B55175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4E9F4553-C3A6-5508-1055-C6EF98E85A85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CB7B45AF-449B-DEF0-D432-9B4C77741F4E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BD06D587-A62D-6AB0-2F21-E2188E0E6FF7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A33EDEF8-1116-4FE6-3AC8-E548DED9D35D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0F33B2F6-B244-870D-F430-281C8E99D5E0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A6DBEA63-4887-C902-EC64-ECEC84FFBAAD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50E3483-AB45-7C8F-436B-E923AEE7737F}"/>
              </a:ext>
            </a:extLst>
          </p:cNvPr>
          <p:cNvGrpSpPr/>
          <p:nvPr/>
        </p:nvGrpSpPr>
        <p:grpSpPr>
          <a:xfrm>
            <a:off x="2375945" y="4542124"/>
            <a:ext cx="914405" cy="753520"/>
            <a:chOff x="6934200" y="1498594"/>
            <a:chExt cx="4546605" cy="4495793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D1E6D06-D1EF-4F18-97EF-AA4119B5D4BD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EF593D6E-AEFF-2B45-3FE8-3C8E31D3DE76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9B6EB9A5-0F2E-0109-34ED-723C9EEB9743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B658B9D2-742D-DDED-9C2D-75B520EBC2DF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B88345A1-CF1E-9640-C9F4-6CCE4233D6C3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BE1A4F13-FD4A-BBBA-5340-6E0FEAA4167C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E34BC13E-8067-2CC4-BE62-8AA330D5B554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4347E3CB-D6A1-DBD1-F016-960B5AE720B8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554D7C16-F557-6E45-11C1-628D459F03CF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B4B288EA-4FF6-0AFF-91E1-FF8323026C44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43D615EB-760E-2CF0-7793-3C5DEC68BC89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2E8B9447-3F3D-B576-C043-852C5623B4E8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18200C29-F788-DFED-08DA-D7891B37B5ED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D0024115-0A50-C307-7CC3-F94755CBC5E4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0DC76E65-C694-D9EE-FD96-F57AEA8B3545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65ACFBA3-A15C-CE69-EEC8-90097A31B830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5923223-053D-CA93-E498-B2D0720384FB}"/>
              </a:ext>
            </a:extLst>
          </p:cNvPr>
          <p:cNvGrpSpPr/>
          <p:nvPr/>
        </p:nvGrpSpPr>
        <p:grpSpPr>
          <a:xfrm>
            <a:off x="3358770" y="4542124"/>
            <a:ext cx="914405" cy="753520"/>
            <a:chOff x="6934200" y="1498594"/>
            <a:chExt cx="4546605" cy="4495793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EDE2162D-8BF9-077C-3E44-3AE77C319CB0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57A9C8BC-5098-39A6-C858-6EF638B4CAFE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3810C051-7639-F217-D376-4B470315BD32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A8D17486-00FE-9AE3-28F6-DF09E6011244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5AB880CD-8D02-DA95-6C84-E117C9353F1F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998F3E7E-27D1-2869-599E-B753AAF26341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175C5F92-9E4D-6B34-EAF2-C7423FBDDC07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33B2D5AC-D7DB-7A9C-2DDA-EE1FED2A8AA7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589DA953-965D-5B3F-F1D5-C31BFB91EE86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740531A4-5895-84C8-D0E9-049EA67A0532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033BAC52-D66E-DDA4-835B-B01313B88F6C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9051B6FF-71ED-DC08-7B1A-2B57CD9BCBBB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55E57D3A-1A49-A7EA-80DC-E1C3006AB38A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9B966A8D-C9A1-D340-E8C0-E9FC04090EBE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A3F4D9B6-629C-4312-06AD-151BB2A432B4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6A920D63-2A1A-8775-7D22-0B98B2C79C6A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E241877-EC5C-6CDD-ECFF-F60F48E61703}"/>
              </a:ext>
            </a:extLst>
          </p:cNvPr>
          <p:cNvGrpSpPr/>
          <p:nvPr/>
        </p:nvGrpSpPr>
        <p:grpSpPr>
          <a:xfrm>
            <a:off x="4341595" y="4542124"/>
            <a:ext cx="914405" cy="753520"/>
            <a:chOff x="6934200" y="1498594"/>
            <a:chExt cx="4546605" cy="4495793"/>
          </a:xfrm>
        </p:grpSpPr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77F1C655-2C4D-A957-F90F-5EB558961F8A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: Rounded Corners 136">
              <a:extLst>
                <a:ext uri="{FF2B5EF4-FFF2-40B4-BE49-F238E27FC236}">
                  <a16:creationId xmlns:a16="http://schemas.microsoft.com/office/drawing/2014/main" id="{E2E0843C-1E44-471E-2249-4B844A1E2E0C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C77D6B9E-E4B2-D743-490D-B9097B01EFE9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C7A20374-D4C3-8506-43AF-5C604FF4E775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CF19BED9-9361-AAB0-9FF3-D4DB73637485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B54B6EF3-83C5-25AB-7B02-92D10847AC20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454156B0-F6FF-DB0A-AC80-055B1A14911E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56CE3331-811F-BDEE-AE7A-AA949431CF6E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5CA2BBD6-C737-B16D-1398-469C57F43A95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F5CCB581-61F3-C2C3-8B9F-B9A0E7007D1D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8F013A55-28B0-18DE-36BD-A8909D8891AB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ED82C494-7E86-78A2-E19E-E6667FAD5BC4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279D1E89-6D31-4766-7DE5-1953EBECD58E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B5CA5EFF-9D66-D513-FC61-1AB6ACD70BFF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0261E4E6-DE7B-0219-8DA1-806C555CEC82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75C566FC-8839-4511-26C6-0E070D1031CA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44DB118-481C-6807-EF02-17CAA91F365C}"/>
              </a:ext>
            </a:extLst>
          </p:cNvPr>
          <p:cNvGrpSpPr/>
          <p:nvPr/>
        </p:nvGrpSpPr>
        <p:grpSpPr>
          <a:xfrm>
            <a:off x="5324420" y="4542124"/>
            <a:ext cx="914405" cy="753520"/>
            <a:chOff x="6934200" y="1498594"/>
            <a:chExt cx="4546605" cy="4495793"/>
          </a:xfrm>
        </p:grpSpPr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48E0F9AB-DCF9-9251-FFD6-4CE8FBE21BAA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59180713-CE6B-A361-1D69-52F62F3B261D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27E3CF5-CC7A-82C0-7E81-FB9B50D0C1F1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4DFD65BA-1EC4-CD26-E786-D4C206041046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29685AE9-B1DD-8CA6-AA0D-2A9C90A4547F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5271E706-80CC-6E8F-D1E4-ACAB8D6DC3FE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460249C3-1E2F-2C2C-9818-D7E3777392FF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5E9F4F5D-5A8F-AC7E-9B97-8EB4EED1C714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874398C7-A124-FED2-E744-0837A2704E1D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976E957B-4BEC-7733-B31A-D768D5E363ED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590DE563-9FD8-3E68-3D74-37182AFA18AD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104E52A2-3EAC-62FF-88ED-6B14925A541E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9231C707-DD3A-CC7A-37CE-F82C2A3910B7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2010571A-DE82-7078-8772-62086E732D44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CA528C07-1A59-312E-32F7-26520427107C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CEC03DBC-EA87-01D8-8C5D-9FFE6CA3276E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9AD5AF7-EC00-5709-4B74-4928B1EC7D26}"/>
              </a:ext>
            </a:extLst>
          </p:cNvPr>
          <p:cNvGrpSpPr/>
          <p:nvPr/>
        </p:nvGrpSpPr>
        <p:grpSpPr>
          <a:xfrm>
            <a:off x="6307244" y="4542124"/>
            <a:ext cx="914405" cy="753520"/>
            <a:chOff x="6934200" y="1498594"/>
            <a:chExt cx="4546605" cy="4495793"/>
          </a:xfrm>
        </p:grpSpPr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407F7713-AFEA-5309-BD53-8829F83B4B43}"/>
                </a:ext>
              </a:extLst>
            </p:cNvPr>
            <p:cNvSpPr/>
            <p:nvPr/>
          </p:nvSpPr>
          <p:spPr>
            <a:xfrm>
              <a:off x="693420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: Rounded Corners 170">
              <a:extLst>
                <a:ext uri="{FF2B5EF4-FFF2-40B4-BE49-F238E27FC236}">
                  <a16:creationId xmlns:a16="http://schemas.microsoft.com/office/drawing/2014/main" id="{80282527-C6DC-EE60-8036-13DF53B99D28}"/>
                </a:ext>
              </a:extLst>
            </p:cNvPr>
            <p:cNvSpPr/>
            <p:nvPr/>
          </p:nvSpPr>
          <p:spPr>
            <a:xfrm>
              <a:off x="814493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: Rounded Corners 171">
              <a:extLst>
                <a:ext uri="{FF2B5EF4-FFF2-40B4-BE49-F238E27FC236}">
                  <a16:creationId xmlns:a16="http://schemas.microsoft.com/office/drawing/2014/main" id="{1E0E8358-9BB9-0074-B6D7-2CBAF3942EB2}"/>
                </a:ext>
              </a:extLst>
            </p:cNvPr>
            <p:cNvSpPr/>
            <p:nvPr/>
          </p:nvSpPr>
          <p:spPr>
            <a:xfrm>
              <a:off x="693420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FE566415-7341-DE17-F52C-CACDBF713355}"/>
                </a:ext>
              </a:extLst>
            </p:cNvPr>
            <p:cNvSpPr/>
            <p:nvPr/>
          </p:nvSpPr>
          <p:spPr>
            <a:xfrm>
              <a:off x="814493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305F2B27-C616-7090-F509-EBD0626D6B71}"/>
                </a:ext>
              </a:extLst>
            </p:cNvPr>
            <p:cNvSpPr/>
            <p:nvPr/>
          </p:nvSpPr>
          <p:spPr>
            <a:xfrm>
              <a:off x="9355670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: Rounded Corners 174">
              <a:extLst>
                <a:ext uri="{FF2B5EF4-FFF2-40B4-BE49-F238E27FC236}">
                  <a16:creationId xmlns:a16="http://schemas.microsoft.com/office/drawing/2014/main" id="{C7DEEEEA-024E-74D6-D05F-C51C9B4E9ED7}"/>
                </a:ext>
              </a:extLst>
            </p:cNvPr>
            <p:cNvSpPr/>
            <p:nvPr/>
          </p:nvSpPr>
          <p:spPr>
            <a:xfrm>
              <a:off x="10566405" y="149859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0FF6B706-90E3-70F2-1FAC-E63F60B6F301}"/>
                </a:ext>
              </a:extLst>
            </p:cNvPr>
            <p:cNvSpPr/>
            <p:nvPr/>
          </p:nvSpPr>
          <p:spPr>
            <a:xfrm>
              <a:off x="9355670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C9AC9472-E9A8-5236-4A12-7934A1826B4F}"/>
                </a:ext>
              </a:extLst>
            </p:cNvPr>
            <p:cNvSpPr/>
            <p:nvPr/>
          </p:nvSpPr>
          <p:spPr>
            <a:xfrm>
              <a:off x="10566405" y="268392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: Rounded Corners 177">
              <a:extLst>
                <a:ext uri="{FF2B5EF4-FFF2-40B4-BE49-F238E27FC236}">
                  <a16:creationId xmlns:a16="http://schemas.microsoft.com/office/drawing/2014/main" id="{E2D82053-5196-23F0-CBEE-42C78CFF5AEB}"/>
                </a:ext>
              </a:extLst>
            </p:cNvPr>
            <p:cNvSpPr/>
            <p:nvPr/>
          </p:nvSpPr>
          <p:spPr>
            <a:xfrm>
              <a:off x="693420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: Rounded Corners 178">
              <a:extLst>
                <a:ext uri="{FF2B5EF4-FFF2-40B4-BE49-F238E27FC236}">
                  <a16:creationId xmlns:a16="http://schemas.microsoft.com/office/drawing/2014/main" id="{80FAF2A5-C6BB-B9EF-4595-3BB4539F3D7F}"/>
                </a:ext>
              </a:extLst>
            </p:cNvPr>
            <p:cNvSpPr/>
            <p:nvPr/>
          </p:nvSpPr>
          <p:spPr>
            <a:xfrm>
              <a:off x="814493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43D20163-4D7F-43B8-595A-A4D358E7B595}"/>
                </a:ext>
              </a:extLst>
            </p:cNvPr>
            <p:cNvSpPr/>
            <p:nvPr/>
          </p:nvSpPr>
          <p:spPr>
            <a:xfrm>
              <a:off x="693420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: Rounded Corners 180">
              <a:extLst>
                <a:ext uri="{FF2B5EF4-FFF2-40B4-BE49-F238E27FC236}">
                  <a16:creationId xmlns:a16="http://schemas.microsoft.com/office/drawing/2014/main" id="{1F220FD4-8275-913B-D780-1A7B8CFDC91E}"/>
                </a:ext>
              </a:extLst>
            </p:cNvPr>
            <p:cNvSpPr/>
            <p:nvPr/>
          </p:nvSpPr>
          <p:spPr>
            <a:xfrm>
              <a:off x="814493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B523F67E-A17C-D7B0-924F-D28CF53DD028}"/>
                </a:ext>
              </a:extLst>
            </p:cNvPr>
            <p:cNvSpPr/>
            <p:nvPr/>
          </p:nvSpPr>
          <p:spPr>
            <a:xfrm>
              <a:off x="9355670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: Rounded Corners 182">
              <a:extLst>
                <a:ext uri="{FF2B5EF4-FFF2-40B4-BE49-F238E27FC236}">
                  <a16:creationId xmlns:a16="http://schemas.microsoft.com/office/drawing/2014/main" id="{A371E034-D7EE-8863-47B8-DBFA39F72442}"/>
                </a:ext>
              </a:extLst>
            </p:cNvPr>
            <p:cNvSpPr/>
            <p:nvPr/>
          </p:nvSpPr>
          <p:spPr>
            <a:xfrm>
              <a:off x="10566405" y="3894654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96A0B2D4-A840-D391-F41F-7F92B072F5AB}"/>
                </a:ext>
              </a:extLst>
            </p:cNvPr>
            <p:cNvSpPr/>
            <p:nvPr/>
          </p:nvSpPr>
          <p:spPr>
            <a:xfrm>
              <a:off x="9355670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: Rounded Corners 184">
              <a:extLst>
                <a:ext uri="{FF2B5EF4-FFF2-40B4-BE49-F238E27FC236}">
                  <a16:creationId xmlns:a16="http://schemas.microsoft.com/office/drawing/2014/main" id="{89DA5261-E223-CBEB-0621-D369985D5690}"/>
                </a:ext>
              </a:extLst>
            </p:cNvPr>
            <p:cNvSpPr/>
            <p:nvPr/>
          </p:nvSpPr>
          <p:spPr>
            <a:xfrm>
              <a:off x="10566405" y="5079987"/>
              <a:ext cx="914400" cy="9144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BC8AD9CE-212C-4B38-4CB4-B8166DBF835B}"/>
              </a:ext>
            </a:extLst>
          </p:cNvPr>
          <p:cNvSpPr/>
          <p:nvPr/>
        </p:nvSpPr>
        <p:spPr>
          <a:xfrm>
            <a:off x="1303866" y="4394212"/>
            <a:ext cx="6028267" cy="1058321"/>
          </a:xfrm>
          <a:prstGeom prst="round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7A691BD-55C9-FD7A-094D-B74C1F44C4B5}"/>
              </a:ext>
            </a:extLst>
          </p:cNvPr>
          <p:cNvSpPr txBox="1"/>
          <p:nvPr/>
        </p:nvSpPr>
        <p:spPr>
          <a:xfrm>
            <a:off x="6794246" y="405646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pool</a:t>
            </a:r>
          </a:p>
        </p:txBody>
      </p:sp>
    </p:spTree>
    <p:extLst>
      <p:ext uri="{BB962C8B-B14F-4D97-AF65-F5344CB8AC3E}">
        <p14:creationId xmlns:p14="http://schemas.microsoft.com/office/powerpoint/2010/main" val="279907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Documento con riempimento a tinta unita">
            <a:extLst>
              <a:ext uri="{FF2B5EF4-FFF2-40B4-BE49-F238E27FC236}">
                <a16:creationId xmlns:a16="http://schemas.microsoft.com/office/drawing/2014/main" id="{25354B72-0695-4CE1-BC93-259B21368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638" y="420588"/>
            <a:ext cx="914400" cy="914400"/>
          </a:xfrm>
        </p:spPr>
      </p:pic>
      <p:pic>
        <p:nvPicPr>
          <p:cNvPr id="6" name="Segnaposto contenuto 4" descr="Documento con riempimento a tinta unita">
            <a:extLst>
              <a:ext uri="{FF2B5EF4-FFF2-40B4-BE49-F238E27FC236}">
                <a16:creationId xmlns:a16="http://schemas.microsoft.com/office/drawing/2014/main" id="{2CA40D56-91DC-438F-93AB-2A5A1DAF8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391" y="420588"/>
            <a:ext cx="914400" cy="914400"/>
          </a:xfrm>
          <a:prstGeom prst="rect">
            <a:avLst/>
          </a:prstGeom>
        </p:spPr>
      </p:pic>
      <p:pic>
        <p:nvPicPr>
          <p:cNvPr id="7" name="Segnaposto contenuto 4" descr="Documento con riempimento a tinta unita">
            <a:extLst>
              <a:ext uri="{FF2B5EF4-FFF2-40B4-BE49-F238E27FC236}">
                <a16:creationId xmlns:a16="http://schemas.microsoft.com/office/drawing/2014/main" id="{6BB6A669-55DF-4023-8A22-E2928E4D2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5885" y="420588"/>
            <a:ext cx="914400" cy="914400"/>
          </a:xfrm>
          <a:prstGeom prst="rect">
            <a:avLst/>
          </a:prstGeom>
        </p:spPr>
      </p:pic>
      <p:pic>
        <p:nvPicPr>
          <p:cNvPr id="11" name="Segnaposto contenuto 4" descr="Documento con riempimento a tinta unita">
            <a:extLst>
              <a:ext uri="{FF2B5EF4-FFF2-40B4-BE49-F238E27FC236}">
                <a16:creationId xmlns:a16="http://schemas.microsoft.com/office/drawing/2014/main" id="{EE12E139-4D65-4DD9-BA34-B168798D5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638" y="1334988"/>
            <a:ext cx="914400" cy="914400"/>
          </a:xfrm>
          <a:prstGeom prst="rect">
            <a:avLst/>
          </a:prstGeom>
        </p:spPr>
      </p:pic>
      <p:pic>
        <p:nvPicPr>
          <p:cNvPr id="12" name="Segnaposto contenuto 4" descr="Documento con riempimento a tinta unita">
            <a:extLst>
              <a:ext uri="{FF2B5EF4-FFF2-40B4-BE49-F238E27FC236}">
                <a16:creationId xmlns:a16="http://schemas.microsoft.com/office/drawing/2014/main" id="{FFE63218-16C8-47DB-AD6A-D7001087D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391" y="1334988"/>
            <a:ext cx="914400" cy="914400"/>
          </a:xfrm>
          <a:prstGeom prst="rect">
            <a:avLst/>
          </a:prstGeom>
        </p:spPr>
      </p:pic>
      <p:pic>
        <p:nvPicPr>
          <p:cNvPr id="13" name="Segnaposto contenuto 4" descr="Documento con riempimento a tinta unita">
            <a:extLst>
              <a:ext uri="{FF2B5EF4-FFF2-40B4-BE49-F238E27FC236}">
                <a16:creationId xmlns:a16="http://schemas.microsoft.com/office/drawing/2014/main" id="{6E0761F1-1A1F-40D2-B8CB-CC0E66EC5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5885" y="1334988"/>
            <a:ext cx="914400" cy="914400"/>
          </a:xfrm>
          <a:prstGeom prst="rect">
            <a:avLst/>
          </a:prstGeom>
        </p:spPr>
      </p:pic>
      <p:pic>
        <p:nvPicPr>
          <p:cNvPr id="14" name="Segnaposto contenuto 4" descr="Documento con riempimento a tinta unita">
            <a:extLst>
              <a:ext uri="{FF2B5EF4-FFF2-40B4-BE49-F238E27FC236}">
                <a16:creationId xmlns:a16="http://schemas.microsoft.com/office/drawing/2014/main" id="{8026CD18-7277-4E70-8BAE-66EBDA465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638" y="2249388"/>
            <a:ext cx="914400" cy="914400"/>
          </a:xfrm>
          <a:prstGeom prst="rect">
            <a:avLst/>
          </a:prstGeom>
        </p:spPr>
      </p:pic>
      <p:pic>
        <p:nvPicPr>
          <p:cNvPr id="15" name="Segnaposto contenuto 4" descr="Documento con riempimento a tinta unita">
            <a:extLst>
              <a:ext uri="{FF2B5EF4-FFF2-40B4-BE49-F238E27FC236}">
                <a16:creationId xmlns:a16="http://schemas.microsoft.com/office/drawing/2014/main" id="{27C393C9-F356-458C-B817-86B485DD1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391" y="2249388"/>
            <a:ext cx="914400" cy="914400"/>
          </a:xfrm>
          <a:prstGeom prst="rect">
            <a:avLst/>
          </a:prstGeom>
        </p:spPr>
      </p:pic>
      <p:pic>
        <p:nvPicPr>
          <p:cNvPr id="16" name="Segnaposto contenuto 4" descr="Documento con riempimento a tinta unita">
            <a:extLst>
              <a:ext uri="{FF2B5EF4-FFF2-40B4-BE49-F238E27FC236}">
                <a16:creationId xmlns:a16="http://schemas.microsoft.com/office/drawing/2014/main" id="{74D96D01-1000-4E37-8020-53978D91A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5885" y="2249388"/>
            <a:ext cx="914400" cy="914400"/>
          </a:xfrm>
          <a:prstGeom prst="rect">
            <a:avLst/>
          </a:prstGeom>
        </p:spPr>
      </p:pic>
      <p:pic>
        <p:nvPicPr>
          <p:cNvPr id="17" name="Segnaposto contenuto 4" descr="Documento con riempimento a tinta unita">
            <a:extLst>
              <a:ext uri="{FF2B5EF4-FFF2-40B4-BE49-F238E27FC236}">
                <a16:creationId xmlns:a16="http://schemas.microsoft.com/office/drawing/2014/main" id="{496489C3-D5A5-4E41-80B7-ED27687B3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638" y="3147054"/>
            <a:ext cx="914400" cy="914400"/>
          </a:xfrm>
          <a:prstGeom prst="rect">
            <a:avLst/>
          </a:prstGeom>
        </p:spPr>
      </p:pic>
      <p:pic>
        <p:nvPicPr>
          <p:cNvPr id="18" name="Segnaposto contenuto 4" descr="Documento con riempimento a tinta unita">
            <a:extLst>
              <a:ext uri="{FF2B5EF4-FFF2-40B4-BE49-F238E27FC236}">
                <a16:creationId xmlns:a16="http://schemas.microsoft.com/office/drawing/2014/main" id="{95B72A46-1E15-4ED2-A404-B2D0A212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391" y="3147054"/>
            <a:ext cx="914400" cy="914400"/>
          </a:xfrm>
          <a:prstGeom prst="rect">
            <a:avLst/>
          </a:prstGeom>
        </p:spPr>
      </p:pic>
      <p:pic>
        <p:nvPicPr>
          <p:cNvPr id="19" name="Segnaposto contenuto 4" descr="Documento con riempimento a tinta unita">
            <a:extLst>
              <a:ext uri="{FF2B5EF4-FFF2-40B4-BE49-F238E27FC236}">
                <a16:creationId xmlns:a16="http://schemas.microsoft.com/office/drawing/2014/main" id="{C91139F3-B701-4792-B233-9431743B2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5885" y="3147054"/>
            <a:ext cx="914400" cy="914400"/>
          </a:xfrm>
          <a:prstGeom prst="rect">
            <a:avLst/>
          </a:prstGeom>
        </p:spPr>
      </p:pic>
      <p:pic>
        <p:nvPicPr>
          <p:cNvPr id="20" name="Segnaposto contenuto 4" descr="Documento con riempimento a tinta unita">
            <a:extLst>
              <a:ext uri="{FF2B5EF4-FFF2-40B4-BE49-F238E27FC236}">
                <a16:creationId xmlns:a16="http://schemas.microsoft.com/office/drawing/2014/main" id="{F9E2EBDC-6D29-4155-9E0D-825C53A48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638" y="4061454"/>
            <a:ext cx="914400" cy="914400"/>
          </a:xfrm>
          <a:prstGeom prst="rect">
            <a:avLst/>
          </a:prstGeom>
        </p:spPr>
      </p:pic>
      <p:pic>
        <p:nvPicPr>
          <p:cNvPr id="21" name="Segnaposto contenuto 4" descr="Documento con riempimento a tinta unita">
            <a:extLst>
              <a:ext uri="{FF2B5EF4-FFF2-40B4-BE49-F238E27FC236}">
                <a16:creationId xmlns:a16="http://schemas.microsoft.com/office/drawing/2014/main" id="{FDD15944-1902-4698-8EAD-323DACFA3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391" y="4061454"/>
            <a:ext cx="914400" cy="914400"/>
          </a:xfrm>
          <a:prstGeom prst="rect">
            <a:avLst/>
          </a:prstGeom>
        </p:spPr>
      </p:pic>
      <p:pic>
        <p:nvPicPr>
          <p:cNvPr id="22" name="Segnaposto contenuto 4" descr="Documento con riempimento a tinta unita">
            <a:extLst>
              <a:ext uri="{FF2B5EF4-FFF2-40B4-BE49-F238E27FC236}">
                <a16:creationId xmlns:a16="http://schemas.microsoft.com/office/drawing/2014/main" id="{7BA8C936-143C-48E0-AD45-70E0D9360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5885" y="4061454"/>
            <a:ext cx="914400" cy="914400"/>
          </a:xfrm>
          <a:prstGeom prst="rect">
            <a:avLst/>
          </a:prstGeom>
        </p:spPr>
      </p:pic>
      <p:pic>
        <p:nvPicPr>
          <p:cNvPr id="23" name="Segnaposto contenuto 4" descr="Documento con riempimento a tinta unita">
            <a:extLst>
              <a:ext uri="{FF2B5EF4-FFF2-40B4-BE49-F238E27FC236}">
                <a16:creationId xmlns:a16="http://schemas.microsoft.com/office/drawing/2014/main" id="{F99F17D8-6B64-442E-BFC2-10E8DF16A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638" y="4975854"/>
            <a:ext cx="914400" cy="914400"/>
          </a:xfrm>
          <a:prstGeom prst="rect">
            <a:avLst/>
          </a:prstGeom>
        </p:spPr>
      </p:pic>
      <p:pic>
        <p:nvPicPr>
          <p:cNvPr id="24" name="Segnaposto contenuto 4" descr="Documento con riempimento a tinta unita">
            <a:extLst>
              <a:ext uri="{FF2B5EF4-FFF2-40B4-BE49-F238E27FC236}">
                <a16:creationId xmlns:a16="http://schemas.microsoft.com/office/drawing/2014/main" id="{02FEFE06-DF07-47C0-826B-FF8E3B692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391" y="4975854"/>
            <a:ext cx="914400" cy="914400"/>
          </a:xfrm>
          <a:prstGeom prst="rect">
            <a:avLst/>
          </a:prstGeom>
        </p:spPr>
      </p:pic>
      <p:pic>
        <p:nvPicPr>
          <p:cNvPr id="25" name="Segnaposto contenuto 4" descr="Documento con riempimento a tinta unita">
            <a:extLst>
              <a:ext uri="{FF2B5EF4-FFF2-40B4-BE49-F238E27FC236}">
                <a16:creationId xmlns:a16="http://schemas.microsoft.com/office/drawing/2014/main" id="{5450A997-67F0-4922-8A06-B859D0E73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5885" y="4975854"/>
            <a:ext cx="914400" cy="914400"/>
          </a:xfrm>
          <a:prstGeom prst="rect">
            <a:avLst/>
          </a:prstGeom>
        </p:spPr>
      </p:pic>
      <p:pic>
        <p:nvPicPr>
          <p:cNvPr id="26" name="Segnaposto contenuto 4" descr="Documento con riempimento a tinta unita">
            <a:extLst>
              <a:ext uri="{FF2B5EF4-FFF2-40B4-BE49-F238E27FC236}">
                <a16:creationId xmlns:a16="http://schemas.microsoft.com/office/drawing/2014/main" id="{AE5C3461-E825-4307-9DA2-A19A9DAB8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0459" y="655398"/>
            <a:ext cx="2273580" cy="2273580"/>
          </a:xfrm>
          <a:prstGeom prst="rect">
            <a:avLst/>
          </a:prstGeom>
        </p:spPr>
      </p:pic>
      <p:pic>
        <p:nvPicPr>
          <p:cNvPr id="27" name="Segnaposto contenuto 4" descr="Documento con riempimento a tinta unita">
            <a:extLst>
              <a:ext uri="{FF2B5EF4-FFF2-40B4-BE49-F238E27FC236}">
                <a16:creationId xmlns:a16="http://schemas.microsoft.com/office/drawing/2014/main" id="{3CE3DB5F-C8EB-4615-A380-4DBFF86FE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0459" y="3381864"/>
            <a:ext cx="2273580" cy="2273580"/>
          </a:xfrm>
          <a:prstGeom prst="rect">
            <a:avLst/>
          </a:prstGeom>
        </p:spPr>
      </p:pic>
      <p:sp>
        <p:nvSpPr>
          <p:cNvPr id="29" name="Arrow: Right 25">
            <a:extLst>
              <a:ext uri="{FF2B5EF4-FFF2-40B4-BE49-F238E27FC236}">
                <a16:creationId xmlns:a16="http://schemas.microsoft.com/office/drawing/2014/main" id="{AC58C6CE-FDB5-4F47-8533-39B2E51B6482}"/>
              </a:ext>
            </a:extLst>
          </p:cNvPr>
          <p:cNvSpPr/>
          <p:nvPr/>
        </p:nvSpPr>
        <p:spPr>
          <a:xfrm>
            <a:off x="3110285" y="1518807"/>
            <a:ext cx="1139982" cy="556154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5">
            <a:extLst>
              <a:ext uri="{FF2B5EF4-FFF2-40B4-BE49-F238E27FC236}">
                <a16:creationId xmlns:a16="http://schemas.microsoft.com/office/drawing/2014/main" id="{08B909C4-A73F-4E84-BA37-3D48F33E93D0}"/>
              </a:ext>
            </a:extLst>
          </p:cNvPr>
          <p:cNvSpPr/>
          <p:nvPr/>
        </p:nvSpPr>
        <p:spPr>
          <a:xfrm>
            <a:off x="3110285" y="4419700"/>
            <a:ext cx="1139982" cy="556154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4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igura a mano libera: forma 14">
            <a:extLst>
              <a:ext uri="{FF2B5EF4-FFF2-40B4-BE49-F238E27FC236}">
                <a16:creationId xmlns:a16="http://schemas.microsoft.com/office/drawing/2014/main" id="{F612E016-15D9-4B54-9DA5-77529AB01408}"/>
              </a:ext>
            </a:extLst>
          </p:cNvPr>
          <p:cNvSpPr/>
          <p:nvPr/>
        </p:nvSpPr>
        <p:spPr>
          <a:xfrm>
            <a:off x="4054319" y="633529"/>
            <a:ext cx="7386575" cy="3364431"/>
          </a:xfrm>
          <a:custGeom>
            <a:avLst/>
            <a:gdLst>
              <a:gd name="connsiteX0" fmla="*/ 0 w 7386575"/>
              <a:gd name="connsiteY0" fmla="*/ 0 h 4564737"/>
              <a:gd name="connsiteX1" fmla="*/ 7386576 w 7386575"/>
              <a:gd name="connsiteY1" fmla="*/ 0 h 4564737"/>
              <a:gd name="connsiteX2" fmla="*/ 7386576 w 7386575"/>
              <a:gd name="connsiteY2" fmla="*/ 4564738 h 4564737"/>
              <a:gd name="connsiteX3" fmla="*/ 0 w 7386575"/>
              <a:gd name="connsiteY3" fmla="*/ 4564738 h 456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6575" h="4564737">
                <a:moveTo>
                  <a:pt x="0" y="0"/>
                </a:moveTo>
                <a:lnTo>
                  <a:pt x="7386576" y="0"/>
                </a:lnTo>
                <a:lnTo>
                  <a:pt x="7386576" y="4564738"/>
                </a:lnTo>
                <a:lnTo>
                  <a:pt x="0" y="4564738"/>
                </a:lnTo>
                <a:close/>
              </a:path>
            </a:pathLst>
          </a:custGeom>
          <a:solidFill>
            <a:srgbClr val="DAE8FC"/>
          </a:solidFill>
          <a:ln w="8300" cap="flat">
            <a:solidFill>
              <a:srgbClr val="6C8EBF"/>
            </a:solidFill>
            <a:prstDash val="solid"/>
            <a:miter/>
          </a:ln>
        </p:spPr>
        <p:txBody>
          <a:bodyPr rtlCol="0" anchor="ctr"/>
          <a:lstStyle/>
          <a:p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Figura a mano libera: forma 11">
            <a:extLst>
              <a:ext uri="{FF2B5EF4-FFF2-40B4-BE49-F238E27FC236}">
                <a16:creationId xmlns:a16="http://schemas.microsoft.com/office/drawing/2014/main" id="{211268BA-2B33-4A25-B544-E9E5287F4667}"/>
              </a:ext>
            </a:extLst>
          </p:cNvPr>
          <p:cNvSpPr/>
          <p:nvPr/>
        </p:nvSpPr>
        <p:spPr>
          <a:xfrm>
            <a:off x="3808078" y="4538898"/>
            <a:ext cx="1388762" cy="845644"/>
          </a:xfrm>
          <a:custGeom>
            <a:avLst/>
            <a:gdLst>
              <a:gd name="connsiteX0" fmla="*/ 0 w 2074880"/>
              <a:gd name="connsiteY0" fmla="*/ 0 h 1327923"/>
              <a:gd name="connsiteX1" fmla="*/ 2074881 w 2074880"/>
              <a:gd name="connsiteY1" fmla="*/ 0 h 1327923"/>
              <a:gd name="connsiteX2" fmla="*/ 2074881 w 2074880"/>
              <a:gd name="connsiteY2" fmla="*/ 1327924 h 1327923"/>
              <a:gd name="connsiteX3" fmla="*/ 0 w 2074880"/>
              <a:gd name="connsiteY3" fmla="*/ 1327924 h 1327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4880" h="1327923">
                <a:moveTo>
                  <a:pt x="0" y="0"/>
                </a:moveTo>
                <a:lnTo>
                  <a:pt x="2074881" y="0"/>
                </a:lnTo>
                <a:lnTo>
                  <a:pt x="2074881" y="1327924"/>
                </a:lnTo>
                <a:lnTo>
                  <a:pt x="0" y="1327924"/>
                </a:lnTo>
                <a:close/>
              </a:path>
            </a:pathLst>
          </a:custGeom>
          <a:solidFill>
            <a:srgbClr val="D5E8D4"/>
          </a:solidFill>
          <a:ln w="8300" cap="flat">
            <a:solidFill>
              <a:srgbClr val="82B366"/>
            </a:solidFill>
            <a:prstDash val="solid"/>
            <a:miter/>
          </a:ln>
        </p:spPr>
        <p:txBody>
          <a:bodyPr rtlCol="0" anchor="ctr"/>
          <a:lstStyle/>
          <a:p>
            <a:pPr algn="r"/>
            <a:r>
              <a:rPr lang="it-IT" sz="1100" dirty="0" err="1">
                <a:latin typeface="Helvetica" panose="020B0604020202020204" pitchFamily="34" charset="0"/>
                <a:cs typeface="Helvetica" panose="020B0604020202020204" pitchFamily="34" charset="0"/>
              </a:rPr>
              <a:t>Old</a:t>
            </a:r>
            <a:r>
              <a:rPr lang="it-IT" sz="1100" dirty="0">
                <a:latin typeface="Helvetica" panose="020B0604020202020204" pitchFamily="34" charset="0"/>
                <a:cs typeface="Helvetica" panose="020B0604020202020204" pitchFamily="34" charset="0"/>
              </a:rPr>
              <a:t> DWH</a:t>
            </a:r>
          </a:p>
        </p:txBody>
      </p:sp>
      <p:sp>
        <p:nvSpPr>
          <p:cNvPr id="14" name="Figura a mano libera: forma 13">
            <a:extLst>
              <a:ext uri="{FF2B5EF4-FFF2-40B4-BE49-F238E27FC236}">
                <a16:creationId xmlns:a16="http://schemas.microsoft.com/office/drawing/2014/main" id="{576F34F9-F186-4FA5-AABF-86E1ED7D783C}"/>
              </a:ext>
            </a:extLst>
          </p:cNvPr>
          <p:cNvSpPr/>
          <p:nvPr/>
        </p:nvSpPr>
        <p:spPr>
          <a:xfrm>
            <a:off x="912947" y="716280"/>
            <a:ext cx="3070823" cy="2198149"/>
          </a:xfrm>
          <a:custGeom>
            <a:avLst/>
            <a:gdLst>
              <a:gd name="connsiteX0" fmla="*/ 0 w 3070823"/>
              <a:gd name="connsiteY0" fmla="*/ 0 h 2655847"/>
              <a:gd name="connsiteX1" fmla="*/ 3070824 w 3070823"/>
              <a:gd name="connsiteY1" fmla="*/ 0 h 2655847"/>
              <a:gd name="connsiteX2" fmla="*/ 3070824 w 3070823"/>
              <a:gd name="connsiteY2" fmla="*/ 2655848 h 2655847"/>
              <a:gd name="connsiteX3" fmla="*/ 0 w 3070823"/>
              <a:gd name="connsiteY3" fmla="*/ 2655848 h 265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0823" h="2655847">
                <a:moveTo>
                  <a:pt x="0" y="0"/>
                </a:moveTo>
                <a:lnTo>
                  <a:pt x="3070824" y="0"/>
                </a:lnTo>
                <a:lnTo>
                  <a:pt x="3070824" y="2655848"/>
                </a:lnTo>
                <a:lnTo>
                  <a:pt x="0" y="2655848"/>
                </a:lnTo>
                <a:close/>
              </a:path>
            </a:pathLst>
          </a:custGeom>
          <a:solidFill>
            <a:srgbClr val="E1D5E7"/>
          </a:solidFill>
          <a:ln w="8300" cap="flat">
            <a:solidFill>
              <a:srgbClr val="9673A6"/>
            </a:solidFill>
            <a:prstDash val="solid"/>
            <a:miter/>
          </a:ln>
        </p:spPr>
        <p:txBody>
          <a:bodyPr rtlCol="0" anchor="ctr"/>
          <a:lstStyle/>
          <a:p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Figura a mano libera: forma 15">
            <a:extLst>
              <a:ext uri="{FF2B5EF4-FFF2-40B4-BE49-F238E27FC236}">
                <a16:creationId xmlns:a16="http://schemas.microsoft.com/office/drawing/2014/main" id="{E1F2A5B2-6076-4852-96A1-46AA22CE535A}"/>
              </a:ext>
            </a:extLst>
          </p:cNvPr>
          <p:cNvSpPr/>
          <p:nvPr/>
        </p:nvSpPr>
        <p:spPr>
          <a:xfrm>
            <a:off x="8797494" y="716280"/>
            <a:ext cx="2406861" cy="2198149"/>
          </a:xfrm>
          <a:custGeom>
            <a:avLst/>
            <a:gdLst>
              <a:gd name="connsiteX0" fmla="*/ 0 w 2406861"/>
              <a:gd name="connsiteY0" fmla="*/ 0 h 2240871"/>
              <a:gd name="connsiteX1" fmla="*/ 2406862 w 2406861"/>
              <a:gd name="connsiteY1" fmla="*/ 0 h 2240871"/>
              <a:gd name="connsiteX2" fmla="*/ 2406862 w 2406861"/>
              <a:gd name="connsiteY2" fmla="*/ 2240871 h 2240871"/>
              <a:gd name="connsiteX3" fmla="*/ 0 w 2406861"/>
              <a:gd name="connsiteY3" fmla="*/ 2240871 h 22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61" h="2240871">
                <a:moveTo>
                  <a:pt x="0" y="0"/>
                </a:moveTo>
                <a:lnTo>
                  <a:pt x="2406862" y="0"/>
                </a:lnTo>
                <a:lnTo>
                  <a:pt x="2406862" y="2240871"/>
                </a:lnTo>
                <a:lnTo>
                  <a:pt x="0" y="2240871"/>
                </a:lnTo>
                <a:close/>
              </a:path>
            </a:pathLst>
          </a:custGeom>
          <a:solidFill>
            <a:srgbClr val="FFF2CC"/>
          </a:solidFill>
          <a:ln w="8300" cap="flat">
            <a:solidFill>
              <a:srgbClr val="D6B656"/>
            </a:solidFill>
            <a:prstDash val="solid"/>
            <a:miter/>
          </a:ln>
        </p:spPr>
        <p:txBody>
          <a:bodyPr rtlCol="0" anchor="ctr"/>
          <a:lstStyle/>
          <a:p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Figura a mano libera: forma 16">
            <a:extLst>
              <a:ext uri="{FF2B5EF4-FFF2-40B4-BE49-F238E27FC236}">
                <a16:creationId xmlns:a16="http://schemas.microsoft.com/office/drawing/2014/main" id="{18410403-DBDE-4CA4-9CD7-9AF0190A01B1}"/>
              </a:ext>
            </a:extLst>
          </p:cNvPr>
          <p:cNvSpPr/>
          <p:nvPr/>
        </p:nvSpPr>
        <p:spPr>
          <a:xfrm>
            <a:off x="6448729" y="716280"/>
            <a:ext cx="2265769" cy="2198149"/>
          </a:xfrm>
          <a:custGeom>
            <a:avLst/>
            <a:gdLst>
              <a:gd name="connsiteX0" fmla="*/ 0 w 2265769"/>
              <a:gd name="connsiteY0" fmla="*/ 0 h 2240871"/>
              <a:gd name="connsiteX1" fmla="*/ 2265770 w 2265769"/>
              <a:gd name="connsiteY1" fmla="*/ 0 h 2240871"/>
              <a:gd name="connsiteX2" fmla="*/ 2265770 w 2265769"/>
              <a:gd name="connsiteY2" fmla="*/ 2240871 h 2240871"/>
              <a:gd name="connsiteX3" fmla="*/ 0 w 2265769"/>
              <a:gd name="connsiteY3" fmla="*/ 2240871 h 22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769" h="2240871">
                <a:moveTo>
                  <a:pt x="0" y="0"/>
                </a:moveTo>
                <a:lnTo>
                  <a:pt x="2265770" y="0"/>
                </a:lnTo>
                <a:lnTo>
                  <a:pt x="2265770" y="2240871"/>
                </a:lnTo>
                <a:lnTo>
                  <a:pt x="0" y="2240871"/>
                </a:lnTo>
                <a:close/>
              </a:path>
            </a:pathLst>
          </a:custGeom>
          <a:solidFill>
            <a:srgbClr val="F5F5F5"/>
          </a:solidFill>
          <a:ln w="8300" cap="flat">
            <a:solidFill>
              <a:srgbClr val="666666"/>
            </a:solidFill>
            <a:prstDash val="solid"/>
            <a:miter/>
          </a:ln>
        </p:spPr>
        <p:txBody>
          <a:bodyPr rtlCol="0" anchor="ctr"/>
          <a:lstStyle/>
          <a:p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Figura a mano libera: forma 17">
            <a:extLst>
              <a:ext uri="{FF2B5EF4-FFF2-40B4-BE49-F238E27FC236}">
                <a16:creationId xmlns:a16="http://schemas.microsoft.com/office/drawing/2014/main" id="{B90E7608-2C97-4104-9C8C-1FE4B651CB0D}"/>
              </a:ext>
            </a:extLst>
          </p:cNvPr>
          <p:cNvSpPr/>
          <p:nvPr/>
        </p:nvSpPr>
        <p:spPr>
          <a:xfrm>
            <a:off x="4232756" y="716280"/>
            <a:ext cx="2157876" cy="2198149"/>
          </a:xfrm>
          <a:custGeom>
            <a:avLst/>
            <a:gdLst>
              <a:gd name="connsiteX0" fmla="*/ 0 w 2157876"/>
              <a:gd name="connsiteY0" fmla="*/ 0 h 2240871"/>
              <a:gd name="connsiteX1" fmla="*/ 2157876 w 2157876"/>
              <a:gd name="connsiteY1" fmla="*/ 0 h 2240871"/>
              <a:gd name="connsiteX2" fmla="*/ 2157876 w 2157876"/>
              <a:gd name="connsiteY2" fmla="*/ 2240871 h 2240871"/>
              <a:gd name="connsiteX3" fmla="*/ 0 w 2157876"/>
              <a:gd name="connsiteY3" fmla="*/ 2240871 h 22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7876" h="2240871">
                <a:moveTo>
                  <a:pt x="0" y="0"/>
                </a:moveTo>
                <a:lnTo>
                  <a:pt x="2157876" y="0"/>
                </a:lnTo>
                <a:lnTo>
                  <a:pt x="2157876" y="2240871"/>
                </a:lnTo>
                <a:lnTo>
                  <a:pt x="0" y="2240871"/>
                </a:lnTo>
                <a:close/>
              </a:path>
            </a:pathLst>
          </a:custGeom>
          <a:solidFill>
            <a:srgbClr val="FFE6CC"/>
          </a:solidFill>
          <a:ln w="8300" cap="flat">
            <a:solidFill>
              <a:srgbClr val="D79B00"/>
            </a:solidFill>
            <a:prstDash val="solid"/>
            <a:miter/>
          </a:ln>
        </p:spPr>
        <p:txBody>
          <a:bodyPr rtlCol="0" anchor="ctr"/>
          <a:lstStyle/>
          <a:p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9" name="Elemento grafico 6">
            <a:extLst>
              <a:ext uri="{FF2B5EF4-FFF2-40B4-BE49-F238E27FC236}">
                <a16:creationId xmlns:a16="http://schemas.microsoft.com/office/drawing/2014/main" id="{175E38A3-F3B3-4123-B937-B4458D5872C9}"/>
              </a:ext>
            </a:extLst>
          </p:cNvPr>
          <p:cNvGrpSpPr/>
          <p:nvPr/>
        </p:nvGrpSpPr>
        <p:grpSpPr>
          <a:xfrm>
            <a:off x="746957" y="1597952"/>
            <a:ext cx="1161933" cy="663961"/>
            <a:chOff x="746957" y="1337520"/>
            <a:chExt cx="1161933" cy="663961"/>
          </a:xfrm>
          <a:solidFill>
            <a:srgbClr val="FFFFFF"/>
          </a:solidFill>
        </p:grpSpPr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4EC54494-3603-4A3C-BA28-01776F43CCFE}"/>
                </a:ext>
              </a:extLst>
            </p:cNvPr>
            <p:cNvSpPr/>
            <p:nvPr/>
          </p:nvSpPr>
          <p:spPr>
            <a:xfrm>
              <a:off x="746957" y="1337520"/>
              <a:ext cx="1161933" cy="663961"/>
            </a:xfrm>
            <a:custGeom>
              <a:avLst/>
              <a:gdLst>
                <a:gd name="connsiteX0" fmla="*/ 0 w 1161933"/>
                <a:gd name="connsiteY0" fmla="*/ 0 h 663961"/>
                <a:gd name="connsiteX1" fmla="*/ 995943 w 1161933"/>
                <a:gd name="connsiteY1" fmla="*/ 0 h 663961"/>
                <a:gd name="connsiteX2" fmla="*/ 1161933 w 1161933"/>
                <a:gd name="connsiteY2" fmla="*/ 331981 h 663961"/>
                <a:gd name="connsiteX3" fmla="*/ 995943 w 1161933"/>
                <a:gd name="connsiteY3" fmla="*/ 663962 h 663961"/>
                <a:gd name="connsiteX4" fmla="*/ 0 w 1161933"/>
                <a:gd name="connsiteY4" fmla="*/ 663962 h 663961"/>
                <a:gd name="connsiteX5" fmla="*/ 165990 w 1161933"/>
                <a:gd name="connsiteY5" fmla="*/ 331981 h 66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933" h="663961">
                  <a:moveTo>
                    <a:pt x="0" y="0"/>
                  </a:moveTo>
                  <a:lnTo>
                    <a:pt x="995943" y="0"/>
                  </a:lnTo>
                  <a:lnTo>
                    <a:pt x="1161933" y="331981"/>
                  </a:lnTo>
                  <a:lnTo>
                    <a:pt x="995943" y="663962"/>
                  </a:lnTo>
                  <a:lnTo>
                    <a:pt x="0" y="663962"/>
                  </a:lnTo>
                  <a:lnTo>
                    <a:pt x="165990" y="331981"/>
                  </a:ln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21" name="Immagine 20">
              <a:extLst>
                <a:ext uri="{FF2B5EF4-FFF2-40B4-BE49-F238E27FC236}">
                  <a16:creationId xmlns:a16="http://schemas.microsoft.com/office/drawing/2014/main" id="{2EE1B88A-894A-4D71-ABB2-D2859051F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106" y="1549157"/>
              <a:ext cx="1145334" cy="265584"/>
            </a:xfrm>
            <a:custGeom>
              <a:avLst/>
              <a:gdLst>
                <a:gd name="connsiteX0" fmla="*/ -1 w 1145334"/>
                <a:gd name="connsiteY0" fmla="*/ -1 h 265584"/>
                <a:gd name="connsiteX1" fmla="*/ 1145334 w 1145334"/>
                <a:gd name="connsiteY1" fmla="*/ -1 h 265584"/>
                <a:gd name="connsiteX2" fmla="*/ 1145334 w 1145334"/>
                <a:gd name="connsiteY2" fmla="*/ 265584 h 265584"/>
                <a:gd name="connsiteX3" fmla="*/ -1 w 1145334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334" h="265584">
                  <a:moveTo>
                    <a:pt x="-1" y="-1"/>
                  </a:moveTo>
                  <a:lnTo>
                    <a:pt x="1145334" y="-1"/>
                  </a:lnTo>
                  <a:lnTo>
                    <a:pt x="1145334" y="265584"/>
                  </a:lnTo>
                  <a:lnTo>
                    <a:pt x="-1" y="265584"/>
                  </a:lnTo>
                  <a:close/>
                </a:path>
              </a:pathLst>
            </a:custGeom>
          </p:spPr>
        </p:pic>
      </p:grpSp>
      <p:grpSp>
        <p:nvGrpSpPr>
          <p:cNvPr id="22" name="Elemento grafico 6">
            <a:extLst>
              <a:ext uri="{FF2B5EF4-FFF2-40B4-BE49-F238E27FC236}">
                <a16:creationId xmlns:a16="http://schemas.microsoft.com/office/drawing/2014/main" id="{3D54061A-93D1-4736-8472-736E1E64495C}"/>
              </a:ext>
            </a:extLst>
          </p:cNvPr>
          <p:cNvGrpSpPr/>
          <p:nvPr/>
        </p:nvGrpSpPr>
        <p:grpSpPr>
          <a:xfrm>
            <a:off x="-55880" y="1505094"/>
            <a:ext cx="497971" cy="663961"/>
            <a:chOff x="0" y="1088534"/>
            <a:chExt cx="497971" cy="663961"/>
          </a:xfrm>
        </p:grpSpPr>
        <p:grpSp>
          <p:nvGrpSpPr>
            <p:cNvPr id="23" name="Elemento grafico 6">
              <a:extLst>
                <a:ext uri="{FF2B5EF4-FFF2-40B4-BE49-F238E27FC236}">
                  <a16:creationId xmlns:a16="http://schemas.microsoft.com/office/drawing/2014/main" id="{5791C244-D19C-498E-B5C5-E562AA75207A}"/>
                </a:ext>
              </a:extLst>
            </p:cNvPr>
            <p:cNvGrpSpPr/>
            <p:nvPr/>
          </p:nvGrpSpPr>
          <p:grpSpPr>
            <a:xfrm>
              <a:off x="0" y="1088534"/>
              <a:ext cx="497971" cy="663961"/>
              <a:chOff x="0" y="1088534"/>
              <a:chExt cx="497971" cy="663961"/>
            </a:xfrm>
          </p:grpSpPr>
          <p:sp>
            <p:nvSpPr>
              <p:cNvPr id="24" name="Figura a mano libera: forma 23">
                <a:extLst>
                  <a:ext uri="{FF2B5EF4-FFF2-40B4-BE49-F238E27FC236}">
                    <a16:creationId xmlns:a16="http://schemas.microsoft.com/office/drawing/2014/main" id="{48E65077-0116-41EB-9ED9-96F7DE76A772}"/>
                  </a:ext>
                </a:extLst>
              </p:cNvPr>
              <p:cNvSpPr/>
              <p:nvPr/>
            </p:nvSpPr>
            <p:spPr>
              <a:xfrm>
                <a:off x="0" y="1088534"/>
                <a:ext cx="497971" cy="663961"/>
              </a:xfrm>
              <a:custGeom>
                <a:avLst/>
                <a:gdLst>
                  <a:gd name="connsiteX0" fmla="*/ 0 w 497971"/>
                  <a:gd name="connsiteY0" fmla="*/ 124493 h 663961"/>
                  <a:gd name="connsiteX1" fmla="*/ 248986 w 497971"/>
                  <a:gd name="connsiteY1" fmla="*/ 0 h 663961"/>
                  <a:gd name="connsiteX2" fmla="*/ 425019 w 497971"/>
                  <a:gd name="connsiteY2" fmla="*/ 36435 h 663961"/>
                  <a:gd name="connsiteX3" fmla="*/ 497971 w 497971"/>
                  <a:gd name="connsiteY3" fmla="*/ 124493 h 663961"/>
                  <a:gd name="connsiteX4" fmla="*/ 497971 w 497971"/>
                  <a:gd name="connsiteY4" fmla="*/ 539469 h 663961"/>
                  <a:gd name="connsiteX5" fmla="*/ 248986 w 497971"/>
                  <a:gd name="connsiteY5" fmla="*/ 663962 h 663961"/>
                  <a:gd name="connsiteX6" fmla="*/ 0 w 497971"/>
                  <a:gd name="connsiteY6" fmla="*/ 539469 h 663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7971" h="663961">
                    <a:moveTo>
                      <a:pt x="0" y="124493"/>
                    </a:moveTo>
                    <a:cubicBezTo>
                      <a:pt x="0" y="55773"/>
                      <a:pt x="111463" y="0"/>
                      <a:pt x="248986" y="0"/>
                    </a:cubicBezTo>
                    <a:cubicBezTo>
                      <a:pt x="315050" y="0"/>
                      <a:pt x="378375" y="13113"/>
                      <a:pt x="425019" y="36435"/>
                    </a:cubicBezTo>
                    <a:cubicBezTo>
                      <a:pt x="471745" y="59840"/>
                      <a:pt x="497971" y="91461"/>
                      <a:pt x="497971" y="124493"/>
                    </a:cubicBezTo>
                    <a:lnTo>
                      <a:pt x="497971" y="539469"/>
                    </a:lnTo>
                    <a:cubicBezTo>
                      <a:pt x="497971" y="608189"/>
                      <a:pt x="386509" y="663962"/>
                      <a:pt x="248986" y="663962"/>
                    </a:cubicBezTo>
                    <a:cubicBezTo>
                      <a:pt x="111463" y="663962"/>
                      <a:pt x="0" y="608189"/>
                      <a:pt x="0" y="539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5" name="Figura a mano libera: forma 24">
                <a:extLst>
                  <a:ext uri="{FF2B5EF4-FFF2-40B4-BE49-F238E27FC236}">
                    <a16:creationId xmlns:a16="http://schemas.microsoft.com/office/drawing/2014/main" id="{B0335D2F-84AE-4E0F-B4D2-C5951BD1DDED}"/>
                  </a:ext>
                </a:extLst>
              </p:cNvPr>
              <p:cNvSpPr/>
              <p:nvPr/>
            </p:nvSpPr>
            <p:spPr>
              <a:xfrm>
                <a:off x="0" y="1213027"/>
                <a:ext cx="497971" cy="124492"/>
              </a:xfrm>
              <a:custGeom>
                <a:avLst/>
                <a:gdLst>
                  <a:gd name="connsiteX0" fmla="*/ 497971 w 497971"/>
                  <a:gd name="connsiteY0" fmla="*/ 0 h 124492"/>
                  <a:gd name="connsiteX1" fmla="*/ 248986 w 497971"/>
                  <a:gd name="connsiteY1" fmla="*/ 124493 h 124492"/>
                  <a:gd name="connsiteX2" fmla="*/ 0 w 497971"/>
                  <a:gd name="connsiteY2" fmla="*/ 0 h 124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7971" h="124492">
                    <a:moveTo>
                      <a:pt x="497971" y="0"/>
                    </a:moveTo>
                    <a:cubicBezTo>
                      <a:pt x="497971" y="68720"/>
                      <a:pt x="386509" y="124493"/>
                      <a:pt x="248986" y="124493"/>
                    </a:cubicBezTo>
                    <a:cubicBezTo>
                      <a:pt x="111463" y="124493"/>
                      <a:pt x="0" y="68720"/>
                      <a:pt x="0" y="0"/>
                    </a:cubicBezTo>
                  </a:path>
                </a:pathLst>
              </a:custGeom>
              <a:noFill/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26" name="Immagine 25">
              <a:extLst>
                <a:ext uri="{FF2B5EF4-FFF2-40B4-BE49-F238E27FC236}">
                  <a16:creationId xmlns:a16="http://schemas.microsoft.com/office/drawing/2014/main" id="{A7121EF8-69C0-4B6C-AC8B-475FCAAAE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9" y="1408066"/>
              <a:ext cx="481372" cy="265584"/>
            </a:xfrm>
            <a:custGeom>
              <a:avLst/>
              <a:gdLst>
                <a:gd name="connsiteX0" fmla="*/ -1 w 481372"/>
                <a:gd name="connsiteY0" fmla="*/ -1 h 265584"/>
                <a:gd name="connsiteX1" fmla="*/ 481372 w 481372"/>
                <a:gd name="connsiteY1" fmla="*/ -1 h 265584"/>
                <a:gd name="connsiteX2" fmla="*/ 481372 w 481372"/>
                <a:gd name="connsiteY2" fmla="*/ 265584 h 265584"/>
                <a:gd name="connsiteX3" fmla="*/ -1 w 481372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372" h="265584">
                  <a:moveTo>
                    <a:pt x="-1" y="-1"/>
                  </a:moveTo>
                  <a:lnTo>
                    <a:pt x="481372" y="-1"/>
                  </a:lnTo>
                  <a:lnTo>
                    <a:pt x="481372" y="265584"/>
                  </a:lnTo>
                  <a:lnTo>
                    <a:pt x="-1" y="265584"/>
                  </a:lnTo>
                  <a:close/>
                </a:path>
              </a:pathLst>
            </a:custGeom>
          </p:spPr>
        </p:pic>
      </p:grpSp>
      <p:grpSp>
        <p:nvGrpSpPr>
          <p:cNvPr id="27" name="Elemento grafico 6">
            <a:extLst>
              <a:ext uri="{FF2B5EF4-FFF2-40B4-BE49-F238E27FC236}">
                <a16:creationId xmlns:a16="http://schemas.microsoft.com/office/drawing/2014/main" id="{F82AE91F-7315-4FFA-9660-105CCA00873D}"/>
              </a:ext>
            </a:extLst>
          </p:cNvPr>
          <p:cNvGrpSpPr/>
          <p:nvPr/>
        </p:nvGrpSpPr>
        <p:grpSpPr>
          <a:xfrm>
            <a:off x="3229896" y="1597952"/>
            <a:ext cx="1493914" cy="663961"/>
            <a:chOff x="3361307" y="2042979"/>
            <a:chExt cx="1493914" cy="663961"/>
          </a:xfrm>
          <a:solidFill>
            <a:srgbClr val="FFFFFF"/>
          </a:solidFill>
        </p:grpSpPr>
        <p:sp>
          <p:nvSpPr>
            <p:cNvPr id="28" name="Figura a mano libera: forma 27">
              <a:extLst>
                <a:ext uri="{FF2B5EF4-FFF2-40B4-BE49-F238E27FC236}">
                  <a16:creationId xmlns:a16="http://schemas.microsoft.com/office/drawing/2014/main" id="{E6C6827C-67F1-4F93-BD55-274839FE56D3}"/>
                </a:ext>
              </a:extLst>
            </p:cNvPr>
            <p:cNvSpPr/>
            <p:nvPr/>
          </p:nvSpPr>
          <p:spPr>
            <a:xfrm>
              <a:off x="3361307" y="2042979"/>
              <a:ext cx="1493914" cy="663961"/>
            </a:xfrm>
            <a:custGeom>
              <a:avLst/>
              <a:gdLst>
                <a:gd name="connsiteX0" fmla="*/ 0 w 1493914"/>
                <a:gd name="connsiteY0" fmla="*/ 0 h 663961"/>
                <a:gd name="connsiteX1" fmla="*/ 1327924 w 1493914"/>
                <a:gd name="connsiteY1" fmla="*/ 0 h 663961"/>
                <a:gd name="connsiteX2" fmla="*/ 1493914 w 1493914"/>
                <a:gd name="connsiteY2" fmla="*/ 331981 h 663961"/>
                <a:gd name="connsiteX3" fmla="*/ 1327924 w 1493914"/>
                <a:gd name="connsiteY3" fmla="*/ 663962 h 663961"/>
                <a:gd name="connsiteX4" fmla="*/ 0 w 1493914"/>
                <a:gd name="connsiteY4" fmla="*/ 663962 h 663961"/>
                <a:gd name="connsiteX5" fmla="*/ 165990 w 1493914"/>
                <a:gd name="connsiteY5" fmla="*/ 331981 h 66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3914" h="663961">
                  <a:moveTo>
                    <a:pt x="0" y="0"/>
                  </a:moveTo>
                  <a:lnTo>
                    <a:pt x="1327924" y="0"/>
                  </a:lnTo>
                  <a:lnTo>
                    <a:pt x="1493914" y="331981"/>
                  </a:lnTo>
                  <a:lnTo>
                    <a:pt x="1327924" y="663962"/>
                  </a:lnTo>
                  <a:lnTo>
                    <a:pt x="0" y="663962"/>
                  </a:lnTo>
                  <a:lnTo>
                    <a:pt x="165990" y="331981"/>
                  </a:ln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29" name="Immagine 28">
              <a:extLst>
                <a:ext uri="{FF2B5EF4-FFF2-40B4-BE49-F238E27FC236}">
                  <a16:creationId xmlns:a16="http://schemas.microsoft.com/office/drawing/2014/main" id="{DB1E286C-D692-46DD-85A0-26D0C14ED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65456" y="2254617"/>
              <a:ext cx="1477315" cy="265584"/>
            </a:xfrm>
            <a:custGeom>
              <a:avLst/>
              <a:gdLst>
                <a:gd name="connsiteX0" fmla="*/ -1 w 1477315"/>
                <a:gd name="connsiteY0" fmla="*/ -1 h 265584"/>
                <a:gd name="connsiteX1" fmla="*/ 1477315 w 1477315"/>
                <a:gd name="connsiteY1" fmla="*/ -1 h 265584"/>
                <a:gd name="connsiteX2" fmla="*/ 1477315 w 1477315"/>
                <a:gd name="connsiteY2" fmla="*/ 265584 h 265584"/>
                <a:gd name="connsiteX3" fmla="*/ -1 w 1477315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7315" h="265584">
                  <a:moveTo>
                    <a:pt x="-1" y="-1"/>
                  </a:moveTo>
                  <a:lnTo>
                    <a:pt x="1477315" y="-1"/>
                  </a:lnTo>
                  <a:lnTo>
                    <a:pt x="1477315" y="265584"/>
                  </a:lnTo>
                  <a:lnTo>
                    <a:pt x="-1" y="265584"/>
                  </a:lnTo>
                  <a:close/>
                </a:path>
              </a:pathLst>
            </a:custGeom>
          </p:spPr>
        </p:pic>
      </p:grpSp>
      <p:grpSp>
        <p:nvGrpSpPr>
          <p:cNvPr id="30" name="Elemento grafico 6">
            <a:extLst>
              <a:ext uri="{FF2B5EF4-FFF2-40B4-BE49-F238E27FC236}">
                <a16:creationId xmlns:a16="http://schemas.microsoft.com/office/drawing/2014/main" id="{AF34AB16-D1A6-447A-82C5-E5F0B27643E3}"/>
              </a:ext>
            </a:extLst>
          </p:cNvPr>
          <p:cNvGrpSpPr/>
          <p:nvPr/>
        </p:nvGrpSpPr>
        <p:grpSpPr>
          <a:xfrm>
            <a:off x="8347938" y="1597952"/>
            <a:ext cx="995942" cy="663961"/>
            <a:chOff x="8299523" y="1130032"/>
            <a:chExt cx="995942" cy="663961"/>
          </a:xfrm>
          <a:solidFill>
            <a:srgbClr val="FFFFFF"/>
          </a:solidFill>
        </p:grpSpPr>
        <p:sp>
          <p:nvSpPr>
            <p:cNvPr id="31" name="Figura a mano libera: forma 30">
              <a:extLst>
                <a:ext uri="{FF2B5EF4-FFF2-40B4-BE49-F238E27FC236}">
                  <a16:creationId xmlns:a16="http://schemas.microsoft.com/office/drawing/2014/main" id="{46237F4A-8FF5-4748-9F25-5978447F40AE}"/>
                </a:ext>
              </a:extLst>
            </p:cNvPr>
            <p:cNvSpPr/>
            <p:nvPr/>
          </p:nvSpPr>
          <p:spPr>
            <a:xfrm>
              <a:off x="8299523" y="1130032"/>
              <a:ext cx="995942" cy="663961"/>
            </a:xfrm>
            <a:custGeom>
              <a:avLst/>
              <a:gdLst>
                <a:gd name="connsiteX0" fmla="*/ 0 w 995942"/>
                <a:gd name="connsiteY0" fmla="*/ 0 h 663961"/>
                <a:gd name="connsiteX1" fmla="*/ 829952 w 995942"/>
                <a:gd name="connsiteY1" fmla="*/ 0 h 663961"/>
                <a:gd name="connsiteX2" fmla="*/ 995943 w 995942"/>
                <a:gd name="connsiteY2" fmla="*/ 331981 h 663961"/>
                <a:gd name="connsiteX3" fmla="*/ 829952 w 995942"/>
                <a:gd name="connsiteY3" fmla="*/ 663962 h 663961"/>
                <a:gd name="connsiteX4" fmla="*/ 0 w 995942"/>
                <a:gd name="connsiteY4" fmla="*/ 663962 h 663961"/>
                <a:gd name="connsiteX5" fmla="*/ 165990 w 995942"/>
                <a:gd name="connsiteY5" fmla="*/ 331981 h 66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5942" h="663961">
                  <a:moveTo>
                    <a:pt x="0" y="0"/>
                  </a:moveTo>
                  <a:lnTo>
                    <a:pt x="829952" y="0"/>
                  </a:lnTo>
                  <a:lnTo>
                    <a:pt x="995943" y="331981"/>
                  </a:lnTo>
                  <a:lnTo>
                    <a:pt x="829952" y="663962"/>
                  </a:lnTo>
                  <a:lnTo>
                    <a:pt x="0" y="663962"/>
                  </a:lnTo>
                  <a:lnTo>
                    <a:pt x="165990" y="331981"/>
                  </a:ln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32" name="Immagine 31">
              <a:extLst>
                <a:ext uri="{FF2B5EF4-FFF2-40B4-BE49-F238E27FC236}">
                  <a16:creationId xmlns:a16="http://schemas.microsoft.com/office/drawing/2014/main" id="{7ED29AB6-478C-4DCC-A149-CC93E3AA1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03673" y="1403916"/>
              <a:ext cx="979343" cy="141091"/>
            </a:xfrm>
            <a:custGeom>
              <a:avLst/>
              <a:gdLst>
                <a:gd name="connsiteX0" fmla="*/ -1 w 979343"/>
                <a:gd name="connsiteY0" fmla="*/ -1 h 141091"/>
                <a:gd name="connsiteX1" fmla="*/ 979343 w 979343"/>
                <a:gd name="connsiteY1" fmla="*/ -1 h 141091"/>
                <a:gd name="connsiteX2" fmla="*/ 979343 w 979343"/>
                <a:gd name="connsiteY2" fmla="*/ 141091 h 141091"/>
                <a:gd name="connsiteX3" fmla="*/ -1 w 979343"/>
                <a:gd name="connsiteY3" fmla="*/ 141091 h 14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9343" h="141091">
                  <a:moveTo>
                    <a:pt x="-1" y="-1"/>
                  </a:moveTo>
                  <a:lnTo>
                    <a:pt x="979343" y="-1"/>
                  </a:lnTo>
                  <a:lnTo>
                    <a:pt x="979343" y="141091"/>
                  </a:lnTo>
                  <a:lnTo>
                    <a:pt x="-1" y="141091"/>
                  </a:lnTo>
                  <a:close/>
                </a:path>
              </a:pathLst>
            </a:custGeom>
          </p:spPr>
        </p:pic>
      </p:grpSp>
      <p:grpSp>
        <p:nvGrpSpPr>
          <p:cNvPr id="33" name="Elemento grafico 6">
            <a:extLst>
              <a:ext uri="{FF2B5EF4-FFF2-40B4-BE49-F238E27FC236}">
                <a16:creationId xmlns:a16="http://schemas.microsoft.com/office/drawing/2014/main" id="{DFAC40C7-631A-4A64-BE3B-4FCCF8655C5E}"/>
              </a:ext>
            </a:extLst>
          </p:cNvPr>
          <p:cNvGrpSpPr/>
          <p:nvPr/>
        </p:nvGrpSpPr>
        <p:grpSpPr>
          <a:xfrm>
            <a:off x="5007378" y="1473459"/>
            <a:ext cx="746957" cy="912947"/>
            <a:chOff x="5062709" y="1918486"/>
            <a:chExt cx="746957" cy="912947"/>
          </a:xfrm>
        </p:grpSpPr>
        <p:grpSp>
          <p:nvGrpSpPr>
            <p:cNvPr id="34" name="Elemento grafico 6">
              <a:extLst>
                <a:ext uri="{FF2B5EF4-FFF2-40B4-BE49-F238E27FC236}">
                  <a16:creationId xmlns:a16="http://schemas.microsoft.com/office/drawing/2014/main" id="{2AA76011-A98C-4205-8F32-E6ED5933C01C}"/>
                </a:ext>
              </a:extLst>
            </p:cNvPr>
            <p:cNvGrpSpPr/>
            <p:nvPr/>
          </p:nvGrpSpPr>
          <p:grpSpPr>
            <a:xfrm>
              <a:off x="5062709" y="1918486"/>
              <a:ext cx="746957" cy="912947"/>
              <a:chOff x="5062709" y="1918486"/>
              <a:chExt cx="746957" cy="912947"/>
            </a:xfrm>
          </p:grpSpPr>
          <p:sp>
            <p:nvSpPr>
              <p:cNvPr id="35" name="Figura a mano libera: forma 34">
                <a:extLst>
                  <a:ext uri="{FF2B5EF4-FFF2-40B4-BE49-F238E27FC236}">
                    <a16:creationId xmlns:a16="http://schemas.microsoft.com/office/drawing/2014/main" id="{4E15EC3A-F853-4808-8739-B2519379E9EB}"/>
                  </a:ext>
                </a:extLst>
              </p:cNvPr>
              <p:cNvSpPr/>
              <p:nvPr/>
            </p:nvSpPr>
            <p:spPr>
              <a:xfrm>
                <a:off x="5062709" y="1918486"/>
                <a:ext cx="746957" cy="912947"/>
              </a:xfrm>
              <a:custGeom>
                <a:avLst/>
                <a:gdLst>
                  <a:gd name="connsiteX0" fmla="*/ 0 w 746957"/>
                  <a:gd name="connsiteY0" fmla="*/ 124493 h 912947"/>
                  <a:gd name="connsiteX1" fmla="*/ 373479 w 746957"/>
                  <a:gd name="connsiteY1" fmla="*/ 0 h 912947"/>
                  <a:gd name="connsiteX2" fmla="*/ 637569 w 746957"/>
                  <a:gd name="connsiteY2" fmla="*/ 36435 h 912947"/>
                  <a:gd name="connsiteX3" fmla="*/ 746957 w 746957"/>
                  <a:gd name="connsiteY3" fmla="*/ 124493 h 912947"/>
                  <a:gd name="connsiteX4" fmla="*/ 746957 w 746957"/>
                  <a:gd name="connsiteY4" fmla="*/ 788455 h 912947"/>
                  <a:gd name="connsiteX5" fmla="*/ 373479 w 746957"/>
                  <a:gd name="connsiteY5" fmla="*/ 912948 h 912947"/>
                  <a:gd name="connsiteX6" fmla="*/ 0 w 746957"/>
                  <a:gd name="connsiteY6" fmla="*/ 788455 h 91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6957" h="912947">
                    <a:moveTo>
                      <a:pt x="0" y="124493"/>
                    </a:moveTo>
                    <a:cubicBezTo>
                      <a:pt x="0" y="55773"/>
                      <a:pt x="167236" y="0"/>
                      <a:pt x="373479" y="0"/>
                    </a:cubicBezTo>
                    <a:cubicBezTo>
                      <a:pt x="472492" y="0"/>
                      <a:pt x="567521" y="13113"/>
                      <a:pt x="637569" y="36435"/>
                    </a:cubicBezTo>
                    <a:cubicBezTo>
                      <a:pt x="707617" y="59840"/>
                      <a:pt x="746957" y="91461"/>
                      <a:pt x="746957" y="124493"/>
                    </a:cubicBezTo>
                    <a:lnTo>
                      <a:pt x="746957" y="788455"/>
                    </a:lnTo>
                    <a:cubicBezTo>
                      <a:pt x="746957" y="857175"/>
                      <a:pt x="579722" y="912948"/>
                      <a:pt x="373479" y="912948"/>
                    </a:cubicBezTo>
                    <a:cubicBezTo>
                      <a:pt x="167236" y="912948"/>
                      <a:pt x="0" y="857175"/>
                      <a:pt x="0" y="788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6" name="Figura a mano libera: forma 35">
                <a:extLst>
                  <a:ext uri="{FF2B5EF4-FFF2-40B4-BE49-F238E27FC236}">
                    <a16:creationId xmlns:a16="http://schemas.microsoft.com/office/drawing/2014/main" id="{1CA65269-7FAA-4DED-AE6E-CD69302C65F9}"/>
                  </a:ext>
                </a:extLst>
              </p:cNvPr>
              <p:cNvSpPr/>
              <p:nvPr/>
            </p:nvSpPr>
            <p:spPr>
              <a:xfrm>
                <a:off x="5062709" y="2042979"/>
                <a:ext cx="746957" cy="124492"/>
              </a:xfrm>
              <a:custGeom>
                <a:avLst/>
                <a:gdLst>
                  <a:gd name="connsiteX0" fmla="*/ 746957 w 746957"/>
                  <a:gd name="connsiteY0" fmla="*/ 0 h 124492"/>
                  <a:gd name="connsiteX1" fmla="*/ 373479 w 746957"/>
                  <a:gd name="connsiteY1" fmla="*/ 124493 h 124492"/>
                  <a:gd name="connsiteX2" fmla="*/ 0 w 746957"/>
                  <a:gd name="connsiteY2" fmla="*/ 0 h 124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6957" h="124492">
                    <a:moveTo>
                      <a:pt x="746957" y="0"/>
                    </a:moveTo>
                    <a:cubicBezTo>
                      <a:pt x="746957" y="68720"/>
                      <a:pt x="579722" y="124493"/>
                      <a:pt x="373479" y="124493"/>
                    </a:cubicBezTo>
                    <a:cubicBezTo>
                      <a:pt x="167236" y="124493"/>
                      <a:pt x="0" y="68720"/>
                      <a:pt x="0" y="0"/>
                    </a:cubicBezTo>
                  </a:path>
                </a:pathLst>
              </a:custGeom>
              <a:noFill/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37" name="Immagine 36">
              <a:extLst>
                <a:ext uri="{FF2B5EF4-FFF2-40B4-BE49-F238E27FC236}">
                  <a16:creationId xmlns:a16="http://schemas.microsoft.com/office/drawing/2014/main" id="{B1EFE684-723C-4EC1-9694-50058829D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66859" y="2304414"/>
              <a:ext cx="730358" cy="381778"/>
            </a:xfrm>
            <a:custGeom>
              <a:avLst/>
              <a:gdLst>
                <a:gd name="connsiteX0" fmla="*/ -1 w 730358"/>
                <a:gd name="connsiteY0" fmla="*/ -1 h 381778"/>
                <a:gd name="connsiteX1" fmla="*/ 730358 w 730358"/>
                <a:gd name="connsiteY1" fmla="*/ -1 h 381778"/>
                <a:gd name="connsiteX2" fmla="*/ 730358 w 730358"/>
                <a:gd name="connsiteY2" fmla="*/ 381778 h 381778"/>
                <a:gd name="connsiteX3" fmla="*/ -1 w 730358"/>
                <a:gd name="connsiteY3" fmla="*/ 381778 h 38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0358" h="381778">
                  <a:moveTo>
                    <a:pt x="-1" y="-1"/>
                  </a:moveTo>
                  <a:lnTo>
                    <a:pt x="730358" y="-1"/>
                  </a:lnTo>
                  <a:lnTo>
                    <a:pt x="730358" y="381778"/>
                  </a:lnTo>
                  <a:lnTo>
                    <a:pt x="-1" y="381778"/>
                  </a:lnTo>
                  <a:close/>
                </a:path>
              </a:pathLst>
            </a:custGeom>
          </p:spPr>
        </p:pic>
      </p:grpSp>
      <p:grpSp>
        <p:nvGrpSpPr>
          <p:cNvPr id="38" name="Elemento grafico 6">
            <a:extLst>
              <a:ext uri="{FF2B5EF4-FFF2-40B4-BE49-F238E27FC236}">
                <a16:creationId xmlns:a16="http://schemas.microsoft.com/office/drawing/2014/main" id="{86907B1B-39BF-401A-B68B-68F9881727E8}"/>
              </a:ext>
            </a:extLst>
          </p:cNvPr>
          <p:cNvGrpSpPr/>
          <p:nvPr/>
        </p:nvGrpSpPr>
        <p:grpSpPr>
          <a:xfrm>
            <a:off x="9627447" y="1473459"/>
            <a:ext cx="746957" cy="912947"/>
            <a:chOff x="9627447" y="1918486"/>
            <a:chExt cx="746957" cy="912947"/>
          </a:xfrm>
        </p:grpSpPr>
        <p:grpSp>
          <p:nvGrpSpPr>
            <p:cNvPr id="39" name="Elemento grafico 6">
              <a:extLst>
                <a:ext uri="{FF2B5EF4-FFF2-40B4-BE49-F238E27FC236}">
                  <a16:creationId xmlns:a16="http://schemas.microsoft.com/office/drawing/2014/main" id="{32D0D1C9-4952-424E-AD7E-C642FB16BCC5}"/>
                </a:ext>
              </a:extLst>
            </p:cNvPr>
            <p:cNvGrpSpPr/>
            <p:nvPr/>
          </p:nvGrpSpPr>
          <p:grpSpPr>
            <a:xfrm>
              <a:off x="9627447" y="1918486"/>
              <a:ext cx="746957" cy="912947"/>
              <a:chOff x="9627447" y="1918486"/>
              <a:chExt cx="746957" cy="912947"/>
            </a:xfrm>
          </p:grpSpPr>
          <p:sp>
            <p:nvSpPr>
              <p:cNvPr id="40" name="Figura a mano libera: forma 39">
                <a:extLst>
                  <a:ext uri="{FF2B5EF4-FFF2-40B4-BE49-F238E27FC236}">
                    <a16:creationId xmlns:a16="http://schemas.microsoft.com/office/drawing/2014/main" id="{C1898AA7-BF2A-4038-A9D0-F862221DBAF6}"/>
                  </a:ext>
                </a:extLst>
              </p:cNvPr>
              <p:cNvSpPr/>
              <p:nvPr/>
            </p:nvSpPr>
            <p:spPr>
              <a:xfrm>
                <a:off x="9627447" y="1918486"/>
                <a:ext cx="746957" cy="912947"/>
              </a:xfrm>
              <a:custGeom>
                <a:avLst/>
                <a:gdLst>
                  <a:gd name="connsiteX0" fmla="*/ 0 w 746957"/>
                  <a:gd name="connsiteY0" fmla="*/ 124493 h 912947"/>
                  <a:gd name="connsiteX1" fmla="*/ 373479 w 746957"/>
                  <a:gd name="connsiteY1" fmla="*/ 0 h 912947"/>
                  <a:gd name="connsiteX2" fmla="*/ 637569 w 746957"/>
                  <a:gd name="connsiteY2" fmla="*/ 36435 h 912947"/>
                  <a:gd name="connsiteX3" fmla="*/ 746957 w 746957"/>
                  <a:gd name="connsiteY3" fmla="*/ 124493 h 912947"/>
                  <a:gd name="connsiteX4" fmla="*/ 746957 w 746957"/>
                  <a:gd name="connsiteY4" fmla="*/ 788455 h 912947"/>
                  <a:gd name="connsiteX5" fmla="*/ 373479 w 746957"/>
                  <a:gd name="connsiteY5" fmla="*/ 912948 h 912947"/>
                  <a:gd name="connsiteX6" fmla="*/ 0 w 746957"/>
                  <a:gd name="connsiteY6" fmla="*/ 788455 h 91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6957" h="912947">
                    <a:moveTo>
                      <a:pt x="0" y="124493"/>
                    </a:moveTo>
                    <a:cubicBezTo>
                      <a:pt x="0" y="55773"/>
                      <a:pt x="167236" y="0"/>
                      <a:pt x="373479" y="0"/>
                    </a:cubicBezTo>
                    <a:cubicBezTo>
                      <a:pt x="472492" y="0"/>
                      <a:pt x="567521" y="13113"/>
                      <a:pt x="637569" y="36435"/>
                    </a:cubicBezTo>
                    <a:cubicBezTo>
                      <a:pt x="707617" y="59840"/>
                      <a:pt x="746957" y="91461"/>
                      <a:pt x="746957" y="124493"/>
                    </a:cubicBezTo>
                    <a:lnTo>
                      <a:pt x="746957" y="788455"/>
                    </a:lnTo>
                    <a:cubicBezTo>
                      <a:pt x="746957" y="857175"/>
                      <a:pt x="579722" y="912948"/>
                      <a:pt x="373479" y="912948"/>
                    </a:cubicBezTo>
                    <a:cubicBezTo>
                      <a:pt x="167236" y="912948"/>
                      <a:pt x="0" y="857175"/>
                      <a:pt x="0" y="788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1" name="Figura a mano libera: forma 40">
                <a:extLst>
                  <a:ext uri="{FF2B5EF4-FFF2-40B4-BE49-F238E27FC236}">
                    <a16:creationId xmlns:a16="http://schemas.microsoft.com/office/drawing/2014/main" id="{2A8F39AA-558C-4A15-8420-4412ED9E8439}"/>
                  </a:ext>
                </a:extLst>
              </p:cNvPr>
              <p:cNvSpPr/>
              <p:nvPr/>
            </p:nvSpPr>
            <p:spPr>
              <a:xfrm>
                <a:off x="9627447" y="2042979"/>
                <a:ext cx="746957" cy="124492"/>
              </a:xfrm>
              <a:custGeom>
                <a:avLst/>
                <a:gdLst>
                  <a:gd name="connsiteX0" fmla="*/ 746957 w 746957"/>
                  <a:gd name="connsiteY0" fmla="*/ 0 h 124492"/>
                  <a:gd name="connsiteX1" fmla="*/ 373479 w 746957"/>
                  <a:gd name="connsiteY1" fmla="*/ 124493 h 124492"/>
                  <a:gd name="connsiteX2" fmla="*/ 0 w 746957"/>
                  <a:gd name="connsiteY2" fmla="*/ 0 h 124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6957" h="124492">
                    <a:moveTo>
                      <a:pt x="746957" y="0"/>
                    </a:moveTo>
                    <a:cubicBezTo>
                      <a:pt x="746957" y="68720"/>
                      <a:pt x="579722" y="124493"/>
                      <a:pt x="373479" y="124493"/>
                    </a:cubicBezTo>
                    <a:cubicBezTo>
                      <a:pt x="167236" y="124493"/>
                      <a:pt x="0" y="68720"/>
                      <a:pt x="0" y="0"/>
                    </a:cubicBezTo>
                  </a:path>
                </a:pathLst>
              </a:custGeom>
              <a:noFill/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42" name="Immagine 41">
              <a:extLst>
                <a:ext uri="{FF2B5EF4-FFF2-40B4-BE49-F238E27FC236}">
                  <a16:creationId xmlns:a16="http://schemas.microsoft.com/office/drawing/2014/main" id="{6C375EFD-92FF-4A9F-B242-E5160F2DB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31597" y="2304414"/>
              <a:ext cx="730358" cy="381778"/>
            </a:xfrm>
            <a:custGeom>
              <a:avLst/>
              <a:gdLst>
                <a:gd name="connsiteX0" fmla="*/ -1 w 730358"/>
                <a:gd name="connsiteY0" fmla="*/ -1 h 381778"/>
                <a:gd name="connsiteX1" fmla="*/ 730358 w 730358"/>
                <a:gd name="connsiteY1" fmla="*/ -1 h 381778"/>
                <a:gd name="connsiteX2" fmla="*/ 730358 w 730358"/>
                <a:gd name="connsiteY2" fmla="*/ 381778 h 381778"/>
                <a:gd name="connsiteX3" fmla="*/ -1 w 730358"/>
                <a:gd name="connsiteY3" fmla="*/ 381778 h 38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0358" h="381778">
                  <a:moveTo>
                    <a:pt x="-1" y="-1"/>
                  </a:moveTo>
                  <a:lnTo>
                    <a:pt x="730358" y="-1"/>
                  </a:lnTo>
                  <a:lnTo>
                    <a:pt x="730358" y="381778"/>
                  </a:lnTo>
                  <a:lnTo>
                    <a:pt x="-1" y="381778"/>
                  </a:lnTo>
                  <a:close/>
                </a:path>
              </a:pathLst>
            </a:custGeom>
          </p:spPr>
        </p:pic>
      </p:grpSp>
      <p:grpSp>
        <p:nvGrpSpPr>
          <p:cNvPr id="46" name="Elemento grafico 6">
            <a:extLst>
              <a:ext uri="{FF2B5EF4-FFF2-40B4-BE49-F238E27FC236}">
                <a16:creationId xmlns:a16="http://schemas.microsoft.com/office/drawing/2014/main" id="{9DACB378-4AA6-480D-B889-A5B68845E4ED}"/>
              </a:ext>
            </a:extLst>
          </p:cNvPr>
          <p:cNvGrpSpPr/>
          <p:nvPr/>
        </p:nvGrpSpPr>
        <p:grpSpPr>
          <a:xfrm>
            <a:off x="7317413" y="1473459"/>
            <a:ext cx="746957" cy="912947"/>
            <a:chOff x="7303580" y="1918486"/>
            <a:chExt cx="746957" cy="912947"/>
          </a:xfrm>
        </p:grpSpPr>
        <p:grpSp>
          <p:nvGrpSpPr>
            <p:cNvPr id="47" name="Elemento grafico 6">
              <a:extLst>
                <a:ext uri="{FF2B5EF4-FFF2-40B4-BE49-F238E27FC236}">
                  <a16:creationId xmlns:a16="http://schemas.microsoft.com/office/drawing/2014/main" id="{C9C4FDD3-C0BF-497F-A9A6-7761D5CA2EE5}"/>
                </a:ext>
              </a:extLst>
            </p:cNvPr>
            <p:cNvGrpSpPr/>
            <p:nvPr/>
          </p:nvGrpSpPr>
          <p:grpSpPr>
            <a:xfrm>
              <a:off x="7303580" y="1918486"/>
              <a:ext cx="746957" cy="912947"/>
              <a:chOff x="7303580" y="1918486"/>
              <a:chExt cx="746957" cy="912947"/>
            </a:xfrm>
          </p:grpSpPr>
          <p:sp>
            <p:nvSpPr>
              <p:cNvPr id="48" name="Figura a mano libera: forma 47">
                <a:extLst>
                  <a:ext uri="{FF2B5EF4-FFF2-40B4-BE49-F238E27FC236}">
                    <a16:creationId xmlns:a16="http://schemas.microsoft.com/office/drawing/2014/main" id="{BBE65653-ED16-41DC-9D9E-BCEE51610CB9}"/>
                  </a:ext>
                </a:extLst>
              </p:cNvPr>
              <p:cNvSpPr/>
              <p:nvPr/>
            </p:nvSpPr>
            <p:spPr>
              <a:xfrm>
                <a:off x="7303580" y="1918486"/>
                <a:ext cx="746957" cy="912947"/>
              </a:xfrm>
              <a:custGeom>
                <a:avLst/>
                <a:gdLst>
                  <a:gd name="connsiteX0" fmla="*/ 0 w 746957"/>
                  <a:gd name="connsiteY0" fmla="*/ 124493 h 912947"/>
                  <a:gd name="connsiteX1" fmla="*/ 373479 w 746957"/>
                  <a:gd name="connsiteY1" fmla="*/ 0 h 912947"/>
                  <a:gd name="connsiteX2" fmla="*/ 637569 w 746957"/>
                  <a:gd name="connsiteY2" fmla="*/ 36435 h 912947"/>
                  <a:gd name="connsiteX3" fmla="*/ 746957 w 746957"/>
                  <a:gd name="connsiteY3" fmla="*/ 124493 h 912947"/>
                  <a:gd name="connsiteX4" fmla="*/ 746957 w 746957"/>
                  <a:gd name="connsiteY4" fmla="*/ 788455 h 912947"/>
                  <a:gd name="connsiteX5" fmla="*/ 373479 w 746957"/>
                  <a:gd name="connsiteY5" fmla="*/ 912948 h 912947"/>
                  <a:gd name="connsiteX6" fmla="*/ 0 w 746957"/>
                  <a:gd name="connsiteY6" fmla="*/ 788455 h 91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6957" h="912947">
                    <a:moveTo>
                      <a:pt x="0" y="124493"/>
                    </a:moveTo>
                    <a:cubicBezTo>
                      <a:pt x="0" y="55773"/>
                      <a:pt x="167236" y="0"/>
                      <a:pt x="373479" y="0"/>
                    </a:cubicBezTo>
                    <a:cubicBezTo>
                      <a:pt x="472492" y="0"/>
                      <a:pt x="567521" y="13113"/>
                      <a:pt x="637569" y="36435"/>
                    </a:cubicBezTo>
                    <a:cubicBezTo>
                      <a:pt x="707617" y="59840"/>
                      <a:pt x="746957" y="91461"/>
                      <a:pt x="746957" y="124493"/>
                    </a:cubicBezTo>
                    <a:lnTo>
                      <a:pt x="746957" y="788455"/>
                    </a:lnTo>
                    <a:cubicBezTo>
                      <a:pt x="746957" y="857175"/>
                      <a:pt x="579722" y="912948"/>
                      <a:pt x="373479" y="912948"/>
                    </a:cubicBezTo>
                    <a:cubicBezTo>
                      <a:pt x="167236" y="912948"/>
                      <a:pt x="0" y="857175"/>
                      <a:pt x="0" y="788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9" name="Figura a mano libera: forma 48">
                <a:extLst>
                  <a:ext uri="{FF2B5EF4-FFF2-40B4-BE49-F238E27FC236}">
                    <a16:creationId xmlns:a16="http://schemas.microsoft.com/office/drawing/2014/main" id="{2B0E2676-3499-4807-96E1-03522CBC60AA}"/>
                  </a:ext>
                </a:extLst>
              </p:cNvPr>
              <p:cNvSpPr/>
              <p:nvPr/>
            </p:nvSpPr>
            <p:spPr>
              <a:xfrm>
                <a:off x="7303580" y="2042979"/>
                <a:ext cx="746957" cy="124492"/>
              </a:xfrm>
              <a:custGeom>
                <a:avLst/>
                <a:gdLst>
                  <a:gd name="connsiteX0" fmla="*/ 746957 w 746957"/>
                  <a:gd name="connsiteY0" fmla="*/ 0 h 124492"/>
                  <a:gd name="connsiteX1" fmla="*/ 373479 w 746957"/>
                  <a:gd name="connsiteY1" fmla="*/ 124493 h 124492"/>
                  <a:gd name="connsiteX2" fmla="*/ 0 w 746957"/>
                  <a:gd name="connsiteY2" fmla="*/ 0 h 124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6957" h="124492">
                    <a:moveTo>
                      <a:pt x="746957" y="0"/>
                    </a:moveTo>
                    <a:cubicBezTo>
                      <a:pt x="746957" y="68720"/>
                      <a:pt x="579722" y="124493"/>
                      <a:pt x="373479" y="124493"/>
                    </a:cubicBezTo>
                    <a:cubicBezTo>
                      <a:pt x="167236" y="124493"/>
                      <a:pt x="0" y="68720"/>
                      <a:pt x="0" y="0"/>
                    </a:cubicBezTo>
                  </a:path>
                </a:pathLst>
              </a:custGeom>
              <a:noFill/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50" name="Immagine 49">
              <a:extLst>
                <a:ext uri="{FF2B5EF4-FFF2-40B4-BE49-F238E27FC236}">
                  <a16:creationId xmlns:a16="http://schemas.microsoft.com/office/drawing/2014/main" id="{D700CD72-ACED-482C-8AC8-04ACFF966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07730" y="2304414"/>
              <a:ext cx="730358" cy="381778"/>
            </a:xfrm>
            <a:custGeom>
              <a:avLst/>
              <a:gdLst>
                <a:gd name="connsiteX0" fmla="*/ -1 w 730358"/>
                <a:gd name="connsiteY0" fmla="*/ -1 h 381778"/>
                <a:gd name="connsiteX1" fmla="*/ 730358 w 730358"/>
                <a:gd name="connsiteY1" fmla="*/ -1 h 381778"/>
                <a:gd name="connsiteX2" fmla="*/ 730358 w 730358"/>
                <a:gd name="connsiteY2" fmla="*/ 381778 h 381778"/>
                <a:gd name="connsiteX3" fmla="*/ -1 w 730358"/>
                <a:gd name="connsiteY3" fmla="*/ 381778 h 38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0358" h="381778">
                  <a:moveTo>
                    <a:pt x="-1" y="-1"/>
                  </a:moveTo>
                  <a:lnTo>
                    <a:pt x="730358" y="-1"/>
                  </a:lnTo>
                  <a:lnTo>
                    <a:pt x="730358" y="381778"/>
                  </a:lnTo>
                  <a:lnTo>
                    <a:pt x="-1" y="381778"/>
                  </a:lnTo>
                  <a:close/>
                </a:path>
              </a:pathLst>
            </a:custGeom>
          </p:spPr>
        </p:pic>
      </p:grpSp>
      <p:grpSp>
        <p:nvGrpSpPr>
          <p:cNvPr id="51" name="Elemento grafico 6">
            <a:extLst>
              <a:ext uri="{FF2B5EF4-FFF2-40B4-BE49-F238E27FC236}">
                <a16:creationId xmlns:a16="http://schemas.microsoft.com/office/drawing/2014/main" id="{F9249F4B-1E79-4784-9811-233A57EE9B12}"/>
              </a:ext>
            </a:extLst>
          </p:cNvPr>
          <p:cNvGrpSpPr/>
          <p:nvPr/>
        </p:nvGrpSpPr>
        <p:grpSpPr>
          <a:xfrm>
            <a:off x="10955371" y="839548"/>
            <a:ext cx="995942" cy="663961"/>
            <a:chOff x="10955371" y="839548"/>
            <a:chExt cx="995942" cy="663961"/>
          </a:xfrm>
          <a:solidFill>
            <a:srgbClr val="FFFFFF"/>
          </a:solidFill>
        </p:grpSpPr>
        <p:sp>
          <p:nvSpPr>
            <p:cNvPr id="52" name="Figura a mano libera: forma 51">
              <a:extLst>
                <a:ext uri="{FF2B5EF4-FFF2-40B4-BE49-F238E27FC236}">
                  <a16:creationId xmlns:a16="http://schemas.microsoft.com/office/drawing/2014/main" id="{CDB3948B-D741-4209-B250-1F0E105E2A90}"/>
                </a:ext>
              </a:extLst>
            </p:cNvPr>
            <p:cNvSpPr/>
            <p:nvPr/>
          </p:nvSpPr>
          <p:spPr>
            <a:xfrm>
              <a:off x="10955371" y="839548"/>
              <a:ext cx="995942" cy="663961"/>
            </a:xfrm>
            <a:custGeom>
              <a:avLst/>
              <a:gdLst>
                <a:gd name="connsiteX0" fmla="*/ 0 w 995942"/>
                <a:gd name="connsiteY0" fmla="*/ 0 h 663961"/>
                <a:gd name="connsiteX1" fmla="*/ 829952 w 995942"/>
                <a:gd name="connsiteY1" fmla="*/ 0 h 663961"/>
                <a:gd name="connsiteX2" fmla="*/ 995943 w 995942"/>
                <a:gd name="connsiteY2" fmla="*/ 331981 h 663961"/>
                <a:gd name="connsiteX3" fmla="*/ 829952 w 995942"/>
                <a:gd name="connsiteY3" fmla="*/ 663962 h 663961"/>
                <a:gd name="connsiteX4" fmla="*/ 0 w 995942"/>
                <a:gd name="connsiteY4" fmla="*/ 663962 h 663961"/>
                <a:gd name="connsiteX5" fmla="*/ 165990 w 995942"/>
                <a:gd name="connsiteY5" fmla="*/ 331981 h 66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5942" h="663961">
                  <a:moveTo>
                    <a:pt x="0" y="0"/>
                  </a:moveTo>
                  <a:lnTo>
                    <a:pt x="829952" y="0"/>
                  </a:lnTo>
                  <a:lnTo>
                    <a:pt x="995943" y="331981"/>
                  </a:lnTo>
                  <a:lnTo>
                    <a:pt x="829952" y="663962"/>
                  </a:lnTo>
                  <a:lnTo>
                    <a:pt x="0" y="663962"/>
                  </a:lnTo>
                  <a:lnTo>
                    <a:pt x="165990" y="331981"/>
                  </a:ln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3" name="Immagine 52">
              <a:extLst>
                <a:ext uri="{FF2B5EF4-FFF2-40B4-BE49-F238E27FC236}">
                  <a16:creationId xmlns:a16="http://schemas.microsoft.com/office/drawing/2014/main" id="{2C339FAF-31B7-476A-AD12-36C9CFA2E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59520" y="1113433"/>
              <a:ext cx="979343" cy="141091"/>
            </a:xfrm>
            <a:custGeom>
              <a:avLst/>
              <a:gdLst>
                <a:gd name="connsiteX0" fmla="*/ -1 w 979343"/>
                <a:gd name="connsiteY0" fmla="*/ -1 h 141091"/>
                <a:gd name="connsiteX1" fmla="*/ 979343 w 979343"/>
                <a:gd name="connsiteY1" fmla="*/ -1 h 141091"/>
                <a:gd name="connsiteX2" fmla="*/ 979343 w 979343"/>
                <a:gd name="connsiteY2" fmla="*/ 141091 h 141091"/>
                <a:gd name="connsiteX3" fmla="*/ -1 w 979343"/>
                <a:gd name="connsiteY3" fmla="*/ 141091 h 14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9343" h="141091">
                  <a:moveTo>
                    <a:pt x="-1" y="-1"/>
                  </a:moveTo>
                  <a:lnTo>
                    <a:pt x="979343" y="-1"/>
                  </a:lnTo>
                  <a:lnTo>
                    <a:pt x="979343" y="141091"/>
                  </a:lnTo>
                  <a:lnTo>
                    <a:pt x="-1" y="141091"/>
                  </a:lnTo>
                  <a:close/>
                </a:path>
              </a:pathLst>
            </a:custGeom>
          </p:spPr>
        </p:pic>
      </p:grpSp>
      <p:grpSp>
        <p:nvGrpSpPr>
          <p:cNvPr id="54" name="Elemento grafico 6">
            <a:extLst>
              <a:ext uri="{FF2B5EF4-FFF2-40B4-BE49-F238E27FC236}">
                <a16:creationId xmlns:a16="http://schemas.microsoft.com/office/drawing/2014/main" id="{E4572841-4E9F-4249-BCF4-F033207B91F5}"/>
              </a:ext>
            </a:extLst>
          </p:cNvPr>
          <p:cNvGrpSpPr/>
          <p:nvPr/>
        </p:nvGrpSpPr>
        <p:grpSpPr>
          <a:xfrm>
            <a:off x="10955371" y="2333462"/>
            <a:ext cx="995942" cy="663961"/>
            <a:chOff x="10955371" y="2333462"/>
            <a:chExt cx="995942" cy="663961"/>
          </a:xfrm>
          <a:solidFill>
            <a:srgbClr val="FFFFFF"/>
          </a:solidFill>
        </p:grpSpPr>
        <p:sp>
          <p:nvSpPr>
            <p:cNvPr id="55" name="Figura a mano libera: forma 54">
              <a:extLst>
                <a:ext uri="{FF2B5EF4-FFF2-40B4-BE49-F238E27FC236}">
                  <a16:creationId xmlns:a16="http://schemas.microsoft.com/office/drawing/2014/main" id="{8DE85678-7DDD-40C2-95F3-B74D67166D6A}"/>
                </a:ext>
              </a:extLst>
            </p:cNvPr>
            <p:cNvSpPr/>
            <p:nvPr/>
          </p:nvSpPr>
          <p:spPr>
            <a:xfrm>
              <a:off x="10955371" y="2333462"/>
              <a:ext cx="995942" cy="663961"/>
            </a:xfrm>
            <a:custGeom>
              <a:avLst/>
              <a:gdLst>
                <a:gd name="connsiteX0" fmla="*/ 0 w 995942"/>
                <a:gd name="connsiteY0" fmla="*/ 0 h 663961"/>
                <a:gd name="connsiteX1" fmla="*/ 829952 w 995942"/>
                <a:gd name="connsiteY1" fmla="*/ 0 h 663961"/>
                <a:gd name="connsiteX2" fmla="*/ 995943 w 995942"/>
                <a:gd name="connsiteY2" fmla="*/ 331981 h 663961"/>
                <a:gd name="connsiteX3" fmla="*/ 829952 w 995942"/>
                <a:gd name="connsiteY3" fmla="*/ 663962 h 663961"/>
                <a:gd name="connsiteX4" fmla="*/ 0 w 995942"/>
                <a:gd name="connsiteY4" fmla="*/ 663962 h 663961"/>
                <a:gd name="connsiteX5" fmla="*/ 165990 w 995942"/>
                <a:gd name="connsiteY5" fmla="*/ 331981 h 66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5942" h="663961">
                  <a:moveTo>
                    <a:pt x="0" y="0"/>
                  </a:moveTo>
                  <a:lnTo>
                    <a:pt x="829952" y="0"/>
                  </a:lnTo>
                  <a:lnTo>
                    <a:pt x="995943" y="331981"/>
                  </a:lnTo>
                  <a:lnTo>
                    <a:pt x="829952" y="663962"/>
                  </a:lnTo>
                  <a:lnTo>
                    <a:pt x="0" y="663962"/>
                  </a:lnTo>
                  <a:lnTo>
                    <a:pt x="165990" y="331981"/>
                  </a:ln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6" name="Immagine 55">
              <a:extLst>
                <a:ext uri="{FF2B5EF4-FFF2-40B4-BE49-F238E27FC236}">
                  <a16:creationId xmlns:a16="http://schemas.microsoft.com/office/drawing/2014/main" id="{4085C9A0-135F-4555-BEA8-E30A8F0FD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59520" y="2545100"/>
              <a:ext cx="979343" cy="265584"/>
            </a:xfrm>
            <a:custGeom>
              <a:avLst/>
              <a:gdLst>
                <a:gd name="connsiteX0" fmla="*/ -1 w 979343"/>
                <a:gd name="connsiteY0" fmla="*/ -1 h 265584"/>
                <a:gd name="connsiteX1" fmla="*/ 979343 w 979343"/>
                <a:gd name="connsiteY1" fmla="*/ -1 h 265584"/>
                <a:gd name="connsiteX2" fmla="*/ 979343 w 979343"/>
                <a:gd name="connsiteY2" fmla="*/ 265584 h 265584"/>
                <a:gd name="connsiteX3" fmla="*/ -1 w 979343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9343" h="265584">
                  <a:moveTo>
                    <a:pt x="-1" y="-1"/>
                  </a:moveTo>
                  <a:lnTo>
                    <a:pt x="979343" y="-1"/>
                  </a:lnTo>
                  <a:lnTo>
                    <a:pt x="979343" y="265584"/>
                  </a:lnTo>
                  <a:lnTo>
                    <a:pt x="-1" y="265584"/>
                  </a:lnTo>
                  <a:close/>
                </a:path>
              </a:pathLst>
            </a:custGeom>
          </p:spPr>
        </p:pic>
      </p:grpSp>
      <p:grpSp>
        <p:nvGrpSpPr>
          <p:cNvPr id="57" name="Elemento grafico 6">
            <a:extLst>
              <a:ext uri="{FF2B5EF4-FFF2-40B4-BE49-F238E27FC236}">
                <a16:creationId xmlns:a16="http://schemas.microsoft.com/office/drawing/2014/main" id="{1A61289C-D90B-49E2-9B17-03EAA0A51B6D}"/>
              </a:ext>
            </a:extLst>
          </p:cNvPr>
          <p:cNvGrpSpPr/>
          <p:nvPr/>
        </p:nvGrpSpPr>
        <p:grpSpPr>
          <a:xfrm>
            <a:off x="27115" y="1671084"/>
            <a:ext cx="497971" cy="663961"/>
            <a:chOff x="82995" y="1254524"/>
            <a:chExt cx="497971" cy="663961"/>
          </a:xfrm>
        </p:grpSpPr>
        <p:grpSp>
          <p:nvGrpSpPr>
            <p:cNvPr id="58" name="Elemento grafico 6">
              <a:extLst>
                <a:ext uri="{FF2B5EF4-FFF2-40B4-BE49-F238E27FC236}">
                  <a16:creationId xmlns:a16="http://schemas.microsoft.com/office/drawing/2014/main" id="{0E074D11-DC88-40BC-A00D-BCEF9A310853}"/>
                </a:ext>
              </a:extLst>
            </p:cNvPr>
            <p:cNvGrpSpPr/>
            <p:nvPr/>
          </p:nvGrpSpPr>
          <p:grpSpPr>
            <a:xfrm>
              <a:off x="82995" y="1254524"/>
              <a:ext cx="497971" cy="663961"/>
              <a:chOff x="82995" y="1254524"/>
              <a:chExt cx="497971" cy="663961"/>
            </a:xfrm>
          </p:grpSpPr>
          <p:sp>
            <p:nvSpPr>
              <p:cNvPr id="59" name="Figura a mano libera: forma 58">
                <a:extLst>
                  <a:ext uri="{FF2B5EF4-FFF2-40B4-BE49-F238E27FC236}">
                    <a16:creationId xmlns:a16="http://schemas.microsoft.com/office/drawing/2014/main" id="{01DED75F-0F21-4CA6-9412-7027FBE95692}"/>
                  </a:ext>
                </a:extLst>
              </p:cNvPr>
              <p:cNvSpPr/>
              <p:nvPr/>
            </p:nvSpPr>
            <p:spPr>
              <a:xfrm>
                <a:off x="82995" y="1254524"/>
                <a:ext cx="497971" cy="663961"/>
              </a:xfrm>
              <a:custGeom>
                <a:avLst/>
                <a:gdLst>
                  <a:gd name="connsiteX0" fmla="*/ 0 w 497971"/>
                  <a:gd name="connsiteY0" fmla="*/ 124493 h 663961"/>
                  <a:gd name="connsiteX1" fmla="*/ 248986 w 497971"/>
                  <a:gd name="connsiteY1" fmla="*/ 0 h 663961"/>
                  <a:gd name="connsiteX2" fmla="*/ 425019 w 497971"/>
                  <a:gd name="connsiteY2" fmla="*/ 36435 h 663961"/>
                  <a:gd name="connsiteX3" fmla="*/ 497971 w 497971"/>
                  <a:gd name="connsiteY3" fmla="*/ 124493 h 663961"/>
                  <a:gd name="connsiteX4" fmla="*/ 497971 w 497971"/>
                  <a:gd name="connsiteY4" fmla="*/ 539469 h 663961"/>
                  <a:gd name="connsiteX5" fmla="*/ 248986 w 497971"/>
                  <a:gd name="connsiteY5" fmla="*/ 663962 h 663961"/>
                  <a:gd name="connsiteX6" fmla="*/ 0 w 497971"/>
                  <a:gd name="connsiteY6" fmla="*/ 539469 h 663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7971" h="663961">
                    <a:moveTo>
                      <a:pt x="0" y="124493"/>
                    </a:moveTo>
                    <a:cubicBezTo>
                      <a:pt x="0" y="55773"/>
                      <a:pt x="111463" y="0"/>
                      <a:pt x="248986" y="0"/>
                    </a:cubicBezTo>
                    <a:cubicBezTo>
                      <a:pt x="315050" y="0"/>
                      <a:pt x="378375" y="13113"/>
                      <a:pt x="425019" y="36435"/>
                    </a:cubicBezTo>
                    <a:cubicBezTo>
                      <a:pt x="471745" y="59840"/>
                      <a:pt x="497971" y="91461"/>
                      <a:pt x="497971" y="124493"/>
                    </a:cubicBezTo>
                    <a:lnTo>
                      <a:pt x="497971" y="539469"/>
                    </a:lnTo>
                    <a:cubicBezTo>
                      <a:pt x="497971" y="608189"/>
                      <a:pt x="386509" y="663962"/>
                      <a:pt x="248986" y="663962"/>
                    </a:cubicBezTo>
                    <a:cubicBezTo>
                      <a:pt x="111463" y="663962"/>
                      <a:pt x="0" y="608189"/>
                      <a:pt x="0" y="539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60" name="Figura a mano libera: forma 59">
                <a:extLst>
                  <a:ext uri="{FF2B5EF4-FFF2-40B4-BE49-F238E27FC236}">
                    <a16:creationId xmlns:a16="http://schemas.microsoft.com/office/drawing/2014/main" id="{3A766CBD-2ADE-485C-9FBD-A96F0A4662DB}"/>
                  </a:ext>
                </a:extLst>
              </p:cNvPr>
              <p:cNvSpPr/>
              <p:nvPr/>
            </p:nvSpPr>
            <p:spPr>
              <a:xfrm>
                <a:off x="82995" y="1379017"/>
                <a:ext cx="497971" cy="124492"/>
              </a:xfrm>
              <a:custGeom>
                <a:avLst/>
                <a:gdLst>
                  <a:gd name="connsiteX0" fmla="*/ 497971 w 497971"/>
                  <a:gd name="connsiteY0" fmla="*/ 0 h 124492"/>
                  <a:gd name="connsiteX1" fmla="*/ 248986 w 497971"/>
                  <a:gd name="connsiteY1" fmla="*/ 124493 h 124492"/>
                  <a:gd name="connsiteX2" fmla="*/ 0 w 497971"/>
                  <a:gd name="connsiteY2" fmla="*/ 0 h 124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7971" h="124492">
                    <a:moveTo>
                      <a:pt x="497971" y="0"/>
                    </a:moveTo>
                    <a:cubicBezTo>
                      <a:pt x="497971" y="68720"/>
                      <a:pt x="386509" y="124493"/>
                      <a:pt x="248986" y="124493"/>
                    </a:cubicBezTo>
                    <a:cubicBezTo>
                      <a:pt x="111463" y="124493"/>
                      <a:pt x="0" y="68720"/>
                      <a:pt x="0" y="0"/>
                    </a:cubicBezTo>
                  </a:path>
                </a:pathLst>
              </a:custGeom>
              <a:noFill/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61" name="Immagine 60">
              <a:extLst>
                <a:ext uri="{FF2B5EF4-FFF2-40B4-BE49-F238E27FC236}">
                  <a16:creationId xmlns:a16="http://schemas.microsoft.com/office/drawing/2014/main" id="{60B20C85-7867-4126-8E24-B265C3E3E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44" y="1574056"/>
              <a:ext cx="481372" cy="265584"/>
            </a:xfrm>
            <a:custGeom>
              <a:avLst/>
              <a:gdLst>
                <a:gd name="connsiteX0" fmla="*/ -1 w 481372"/>
                <a:gd name="connsiteY0" fmla="*/ -1 h 265584"/>
                <a:gd name="connsiteX1" fmla="*/ 481372 w 481372"/>
                <a:gd name="connsiteY1" fmla="*/ -1 h 265584"/>
                <a:gd name="connsiteX2" fmla="*/ 481372 w 481372"/>
                <a:gd name="connsiteY2" fmla="*/ 265584 h 265584"/>
                <a:gd name="connsiteX3" fmla="*/ -1 w 481372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372" h="265584">
                  <a:moveTo>
                    <a:pt x="-1" y="-1"/>
                  </a:moveTo>
                  <a:lnTo>
                    <a:pt x="481372" y="-1"/>
                  </a:lnTo>
                  <a:lnTo>
                    <a:pt x="481372" y="265584"/>
                  </a:lnTo>
                  <a:lnTo>
                    <a:pt x="-1" y="265584"/>
                  </a:lnTo>
                  <a:close/>
                </a:path>
              </a:pathLst>
            </a:custGeom>
          </p:spPr>
        </p:pic>
      </p:grpSp>
      <p:grpSp>
        <p:nvGrpSpPr>
          <p:cNvPr id="62" name="Elemento grafico 6">
            <a:extLst>
              <a:ext uri="{FF2B5EF4-FFF2-40B4-BE49-F238E27FC236}">
                <a16:creationId xmlns:a16="http://schemas.microsoft.com/office/drawing/2014/main" id="{7DE49BF3-F11B-4CC9-B3DD-AB4A6192C282}"/>
              </a:ext>
            </a:extLst>
          </p:cNvPr>
          <p:cNvGrpSpPr/>
          <p:nvPr/>
        </p:nvGrpSpPr>
        <p:grpSpPr>
          <a:xfrm>
            <a:off x="110110" y="1837075"/>
            <a:ext cx="497971" cy="663961"/>
            <a:chOff x="165990" y="1420515"/>
            <a:chExt cx="497971" cy="663961"/>
          </a:xfrm>
        </p:grpSpPr>
        <p:grpSp>
          <p:nvGrpSpPr>
            <p:cNvPr id="63" name="Elemento grafico 6">
              <a:extLst>
                <a:ext uri="{FF2B5EF4-FFF2-40B4-BE49-F238E27FC236}">
                  <a16:creationId xmlns:a16="http://schemas.microsoft.com/office/drawing/2014/main" id="{F3F5232F-EA33-4383-A229-637B55C21FF2}"/>
                </a:ext>
              </a:extLst>
            </p:cNvPr>
            <p:cNvGrpSpPr/>
            <p:nvPr/>
          </p:nvGrpSpPr>
          <p:grpSpPr>
            <a:xfrm>
              <a:off x="165990" y="1420515"/>
              <a:ext cx="497971" cy="663961"/>
              <a:chOff x="165990" y="1420515"/>
              <a:chExt cx="497971" cy="663961"/>
            </a:xfrm>
          </p:grpSpPr>
          <p:sp>
            <p:nvSpPr>
              <p:cNvPr id="64" name="Figura a mano libera: forma 63">
                <a:extLst>
                  <a:ext uri="{FF2B5EF4-FFF2-40B4-BE49-F238E27FC236}">
                    <a16:creationId xmlns:a16="http://schemas.microsoft.com/office/drawing/2014/main" id="{C1957ECA-9618-45DC-A434-CB5121FA41E0}"/>
                  </a:ext>
                </a:extLst>
              </p:cNvPr>
              <p:cNvSpPr/>
              <p:nvPr/>
            </p:nvSpPr>
            <p:spPr>
              <a:xfrm>
                <a:off x="165990" y="1420515"/>
                <a:ext cx="497971" cy="663961"/>
              </a:xfrm>
              <a:custGeom>
                <a:avLst/>
                <a:gdLst>
                  <a:gd name="connsiteX0" fmla="*/ 0 w 497971"/>
                  <a:gd name="connsiteY0" fmla="*/ 124493 h 663961"/>
                  <a:gd name="connsiteX1" fmla="*/ 248986 w 497971"/>
                  <a:gd name="connsiteY1" fmla="*/ 0 h 663961"/>
                  <a:gd name="connsiteX2" fmla="*/ 425019 w 497971"/>
                  <a:gd name="connsiteY2" fmla="*/ 36435 h 663961"/>
                  <a:gd name="connsiteX3" fmla="*/ 497971 w 497971"/>
                  <a:gd name="connsiteY3" fmla="*/ 124493 h 663961"/>
                  <a:gd name="connsiteX4" fmla="*/ 497971 w 497971"/>
                  <a:gd name="connsiteY4" fmla="*/ 539469 h 663961"/>
                  <a:gd name="connsiteX5" fmla="*/ 248986 w 497971"/>
                  <a:gd name="connsiteY5" fmla="*/ 663962 h 663961"/>
                  <a:gd name="connsiteX6" fmla="*/ 0 w 497971"/>
                  <a:gd name="connsiteY6" fmla="*/ 539469 h 663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7971" h="663961">
                    <a:moveTo>
                      <a:pt x="0" y="124493"/>
                    </a:moveTo>
                    <a:cubicBezTo>
                      <a:pt x="0" y="55773"/>
                      <a:pt x="111463" y="0"/>
                      <a:pt x="248986" y="0"/>
                    </a:cubicBezTo>
                    <a:cubicBezTo>
                      <a:pt x="315050" y="0"/>
                      <a:pt x="378375" y="13113"/>
                      <a:pt x="425019" y="36435"/>
                    </a:cubicBezTo>
                    <a:cubicBezTo>
                      <a:pt x="471745" y="59840"/>
                      <a:pt x="497971" y="91461"/>
                      <a:pt x="497971" y="124493"/>
                    </a:cubicBezTo>
                    <a:lnTo>
                      <a:pt x="497971" y="539469"/>
                    </a:lnTo>
                    <a:cubicBezTo>
                      <a:pt x="497971" y="608189"/>
                      <a:pt x="386509" y="663962"/>
                      <a:pt x="248986" y="663962"/>
                    </a:cubicBezTo>
                    <a:cubicBezTo>
                      <a:pt x="111463" y="663962"/>
                      <a:pt x="0" y="608189"/>
                      <a:pt x="0" y="539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65" name="Figura a mano libera: forma 64">
                <a:extLst>
                  <a:ext uri="{FF2B5EF4-FFF2-40B4-BE49-F238E27FC236}">
                    <a16:creationId xmlns:a16="http://schemas.microsoft.com/office/drawing/2014/main" id="{26EA561C-2A66-43C8-AFBF-FD934F22E47A}"/>
                  </a:ext>
                </a:extLst>
              </p:cNvPr>
              <p:cNvSpPr/>
              <p:nvPr/>
            </p:nvSpPr>
            <p:spPr>
              <a:xfrm>
                <a:off x="165990" y="1545008"/>
                <a:ext cx="497971" cy="124492"/>
              </a:xfrm>
              <a:custGeom>
                <a:avLst/>
                <a:gdLst>
                  <a:gd name="connsiteX0" fmla="*/ 497971 w 497971"/>
                  <a:gd name="connsiteY0" fmla="*/ 0 h 124492"/>
                  <a:gd name="connsiteX1" fmla="*/ 248986 w 497971"/>
                  <a:gd name="connsiteY1" fmla="*/ 124493 h 124492"/>
                  <a:gd name="connsiteX2" fmla="*/ 0 w 497971"/>
                  <a:gd name="connsiteY2" fmla="*/ 0 h 124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7971" h="124492">
                    <a:moveTo>
                      <a:pt x="497971" y="0"/>
                    </a:moveTo>
                    <a:cubicBezTo>
                      <a:pt x="497971" y="68720"/>
                      <a:pt x="386509" y="124493"/>
                      <a:pt x="248986" y="124493"/>
                    </a:cubicBezTo>
                    <a:cubicBezTo>
                      <a:pt x="111463" y="124493"/>
                      <a:pt x="0" y="68720"/>
                      <a:pt x="0" y="0"/>
                    </a:cubicBezTo>
                  </a:path>
                </a:pathLst>
              </a:custGeom>
              <a:noFill/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66" name="Immagine 65">
              <a:extLst>
                <a:ext uri="{FF2B5EF4-FFF2-40B4-BE49-F238E27FC236}">
                  <a16:creationId xmlns:a16="http://schemas.microsoft.com/office/drawing/2014/main" id="{964815D5-9F18-4B90-B0AF-64106FC71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140" y="1740047"/>
              <a:ext cx="481372" cy="265584"/>
            </a:xfrm>
            <a:custGeom>
              <a:avLst/>
              <a:gdLst>
                <a:gd name="connsiteX0" fmla="*/ -1 w 481372"/>
                <a:gd name="connsiteY0" fmla="*/ -1 h 265584"/>
                <a:gd name="connsiteX1" fmla="*/ 481372 w 481372"/>
                <a:gd name="connsiteY1" fmla="*/ -1 h 265584"/>
                <a:gd name="connsiteX2" fmla="*/ 481372 w 481372"/>
                <a:gd name="connsiteY2" fmla="*/ 265584 h 265584"/>
                <a:gd name="connsiteX3" fmla="*/ -1 w 481372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372" h="265584">
                  <a:moveTo>
                    <a:pt x="-1" y="-1"/>
                  </a:moveTo>
                  <a:lnTo>
                    <a:pt x="481372" y="-1"/>
                  </a:lnTo>
                  <a:lnTo>
                    <a:pt x="481372" y="265584"/>
                  </a:lnTo>
                  <a:lnTo>
                    <a:pt x="-1" y="265584"/>
                  </a:lnTo>
                  <a:close/>
                </a:path>
              </a:pathLst>
            </a:custGeom>
          </p:spPr>
        </p:pic>
      </p:grpSp>
      <p:grpSp>
        <p:nvGrpSpPr>
          <p:cNvPr id="67" name="Elemento grafico 6">
            <a:extLst>
              <a:ext uri="{FF2B5EF4-FFF2-40B4-BE49-F238E27FC236}">
                <a16:creationId xmlns:a16="http://schemas.microsoft.com/office/drawing/2014/main" id="{E677BACD-EC1A-4931-BBAB-CA6462F05B58}"/>
              </a:ext>
            </a:extLst>
          </p:cNvPr>
          <p:cNvGrpSpPr/>
          <p:nvPr/>
        </p:nvGrpSpPr>
        <p:grpSpPr>
          <a:xfrm>
            <a:off x="193105" y="2003065"/>
            <a:ext cx="497971" cy="663961"/>
            <a:chOff x="248985" y="1586505"/>
            <a:chExt cx="497971" cy="663961"/>
          </a:xfrm>
        </p:grpSpPr>
        <p:grpSp>
          <p:nvGrpSpPr>
            <p:cNvPr id="68" name="Elemento grafico 6">
              <a:extLst>
                <a:ext uri="{FF2B5EF4-FFF2-40B4-BE49-F238E27FC236}">
                  <a16:creationId xmlns:a16="http://schemas.microsoft.com/office/drawing/2014/main" id="{68F6DF64-8791-4DF3-822D-02FCECF4AD99}"/>
                </a:ext>
              </a:extLst>
            </p:cNvPr>
            <p:cNvGrpSpPr/>
            <p:nvPr/>
          </p:nvGrpSpPr>
          <p:grpSpPr>
            <a:xfrm>
              <a:off x="248985" y="1586505"/>
              <a:ext cx="497971" cy="663961"/>
              <a:chOff x="248985" y="1586505"/>
              <a:chExt cx="497971" cy="663961"/>
            </a:xfrm>
          </p:grpSpPr>
          <p:sp>
            <p:nvSpPr>
              <p:cNvPr id="69" name="Figura a mano libera: forma 68">
                <a:extLst>
                  <a:ext uri="{FF2B5EF4-FFF2-40B4-BE49-F238E27FC236}">
                    <a16:creationId xmlns:a16="http://schemas.microsoft.com/office/drawing/2014/main" id="{DC91A805-4452-45A1-ACF3-92B724C629DB}"/>
                  </a:ext>
                </a:extLst>
              </p:cNvPr>
              <p:cNvSpPr/>
              <p:nvPr/>
            </p:nvSpPr>
            <p:spPr>
              <a:xfrm>
                <a:off x="248985" y="1586505"/>
                <a:ext cx="497971" cy="663961"/>
              </a:xfrm>
              <a:custGeom>
                <a:avLst/>
                <a:gdLst>
                  <a:gd name="connsiteX0" fmla="*/ 0 w 497971"/>
                  <a:gd name="connsiteY0" fmla="*/ 124493 h 663961"/>
                  <a:gd name="connsiteX1" fmla="*/ 248986 w 497971"/>
                  <a:gd name="connsiteY1" fmla="*/ 0 h 663961"/>
                  <a:gd name="connsiteX2" fmla="*/ 425019 w 497971"/>
                  <a:gd name="connsiteY2" fmla="*/ 36435 h 663961"/>
                  <a:gd name="connsiteX3" fmla="*/ 497971 w 497971"/>
                  <a:gd name="connsiteY3" fmla="*/ 124493 h 663961"/>
                  <a:gd name="connsiteX4" fmla="*/ 497971 w 497971"/>
                  <a:gd name="connsiteY4" fmla="*/ 539469 h 663961"/>
                  <a:gd name="connsiteX5" fmla="*/ 248986 w 497971"/>
                  <a:gd name="connsiteY5" fmla="*/ 663962 h 663961"/>
                  <a:gd name="connsiteX6" fmla="*/ 0 w 497971"/>
                  <a:gd name="connsiteY6" fmla="*/ 539469 h 663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7971" h="663961">
                    <a:moveTo>
                      <a:pt x="0" y="124493"/>
                    </a:moveTo>
                    <a:cubicBezTo>
                      <a:pt x="0" y="55773"/>
                      <a:pt x="111463" y="0"/>
                      <a:pt x="248986" y="0"/>
                    </a:cubicBezTo>
                    <a:cubicBezTo>
                      <a:pt x="315050" y="0"/>
                      <a:pt x="378375" y="13113"/>
                      <a:pt x="425019" y="36435"/>
                    </a:cubicBezTo>
                    <a:cubicBezTo>
                      <a:pt x="471745" y="59840"/>
                      <a:pt x="497971" y="91461"/>
                      <a:pt x="497971" y="124493"/>
                    </a:cubicBezTo>
                    <a:lnTo>
                      <a:pt x="497971" y="539469"/>
                    </a:lnTo>
                    <a:cubicBezTo>
                      <a:pt x="497971" y="608189"/>
                      <a:pt x="386509" y="663962"/>
                      <a:pt x="248986" y="663962"/>
                    </a:cubicBezTo>
                    <a:cubicBezTo>
                      <a:pt x="111463" y="663962"/>
                      <a:pt x="0" y="608189"/>
                      <a:pt x="0" y="539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0" name="Figura a mano libera: forma 69">
                <a:extLst>
                  <a:ext uri="{FF2B5EF4-FFF2-40B4-BE49-F238E27FC236}">
                    <a16:creationId xmlns:a16="http://schemas.microsoft.com/office/drawing/2014/main" id="{14D5ADF9-6C94-484E-8641-71200AFFFB0C}"/>
                  </a:ext>
                </a:extLst>
              </p:cNvPr>
              <p:cNvSpPr/>
              <p:nvPr/>
            </p:nvSpPr>
            <p:spPr>
              <a:xfrm>
                <a:off x="248985" y="1710998"/>
                <a:ext cx="497971" cy="124492"/>
              </a:xfrm>
              <a:custGeom>
                <a:avLst/>
                <a:gdLst>
                  <a:gd name="connsiteX0" fmla="*/ 497971 w 497971"/>
                  <a:gd name="connsiteY0" fmla="*/ 0 h 124492"/>
                  <a:gd name="connsiteX1" fmla="*/ 248986 w 497971"/>
                  <a:gd name="connsiteY1" fmla="*/ 124493 h 124492"/>
                  <a:gd name="connsiteX2" fmla="*/ 0 w 497971"/>
                  <a:gd name="connsiteY2" fmla="*/ 0 h 124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7971" h="124492">
                    <a:moveTo>
                      <a:pt x="497971" y="0"/>
                    </a:moveTo>
                    <a:cubicBezTo>
                      <a:pt x="497971" y="68720"/>
                      <a:pt x="386509" y="124493"/>
                      <a:pt x="248986" y="124493"/>
                    </a:cubicBezTo>
                    <a:cubicBezTo>
                      <a:pt x="111463" y="124493"/>
                      <a:pt x="0" y="68720"/>
                      <a:pt x="0" y="0"/>
                    </a:cubicBezTo>
                  </a:path>
                </a:pathLst>
              </a:custGeom>
              <a:noFill/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71" name="Immagine 70">
              <a:extLst>
                <a:ext uri="{FF2B5EF4-FFF2-40B4-BE49-F238E27FC236}">
                  <a16:creationId xmlns:a16="http://schemas.microsoft.com/office/drawing/2014/main" id="{92C10020-3A94-495D-BDDE-27B91D3F2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135" y="1906037"/>
              <a:ext cx="481372" cy="265584"/>
            </a:xfrm>
            <a:custGeom>
              <a:avLst/>
              <a:gdLst>
                <a:gd name="connsiteX0" fmla="*/ -1 w 481372"/>
                <a:gd name="connsiteY0" fmla="*/ -1 h 265584"/>
                <a:gd name="connsiteX1" fmla="*/ 481372 w 481372"/>
                <a:gd name="connsiteY1" fmla="*/ -1 h 265584"/>
                <a:gd name="connsiteX2" fmla="*/ 481372 w 481372"/>
                <a:gd name="connsiteY2" fmla="*/ 265584 h 265584"/>
                <a:gd name="connsiteX3" fmla="*/ -1 w 481372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372" h="265584">
                  <a:moveTo>
                    <a:pt x="-1" y="-1"/>
                  </a:moveTo>
                  <a:lnTo>
                    <a:pt x="481372" y="-1"/>
                  </a:lnTo>
                  <a:lnTo>
                    <a:pt x="481372" y="265584"/>
                  </a:lnTo>
                  <a:lnTo>
                    <a:pt x="-1" y="265584"/>
                  </a:lnTo>
                  <a:close/>
                </a:path>
              </a:pathLst>
            </a:custGeom>
          </p:spPr>
        </p:pic>
      </p:grpSp>
      <p:grpSp>
        <p:nvGrpSpPr>
          <p:cNvPr id="72" name="Elemento grafico 6">
            <a:extLst>
              <a:ext uri="{FF2B5EF4-FFF2-40B4-BE49-F238E27FC236}">
                <a16:creationId xmlns:a16="http://schemas.microsoft.com/office/drawing/2014/main" id="{28C50968-6E96-4AAC-878E-BE0C1B67E115}"/>
              </a:ext>
            </a:extLst>
          </p:cNvPr>
          <p:cNvGrpSpPr/>
          <p:nvPr/>
        </p:nvGrpSpPr>
        <p:grpSpPr>
          <a:xfrm>
            <a:off x="1235599" y="2477445"/>
            <a:ext cx="2700592" cy="2419675"/>
            <a:chOff x="1281013" y="2709555"/>
            <a:chExt cx="3121651" cy="3121651"/>
          </a:xfrm>
          <a:solidFill>
            <a:srgbClr val="FFFFFF"/>
          </a:solidFill>
        </p:grpSpPr>
        <p:sp>
          <p:nvSpPr>
            <p:cNvPr id="73" name="Figura a mano libera: forma 72">
              <a:extLst>
                <a:ext uri="{FF2B5EF4-FFF2-40B4-BE49-F238E27FC236}">
                  <a16:creationId xmlns:a16="http://schemas.microsoft.com/office/drawing/2014/main" id="{D8378B40-08C1-4AA4-B414-A333F8983ACD}"/>
                </a:ext>
              </a:extLst>
            </p:cNvPr>
            <p:cNvSpPr/>
            <p:nvPr/>
          </p:nvSpPr>
          <p:spPr>
            <a:xfrm rot="2700000">
              <a:off x="828499" y="4076380"/>
              <a:ext cx="4026679" cy="388002"/>
            </a:xfrm>
            <a:custGeom>
              <a:avLst/>
              <a:gdLst>
                <a:gd name="connsiteX0" fmla="*/ 0 w 4026679"/>
                <a:gd name="connsiteY0" fmla="*/ 0 h 388002"/>
                <a:gd name="connsiteX1" fmla="*/ 3860689 w 4026679"/>
                <a:gd name="connsiteY1" fmla="*/ 0 h 388002"/>
                <a:gd name="connsiteX2" fmla="*/ 4026680 w 4026679"/>
                <a:gd name="connsiteY2" fmla="*/ 193960 h 388002"/>
                <a:gd name="connsiteX3" fmla="*/ 3860689 w 4026679"/>
                <a:gd name="connsiteY3" fmla="*/ 388003 h 388002"/>
                <a:gd name="connsiteX4" fmla="*/ 0 w 4026679"/>
                <a:gd name="connsiteY4" fmla="*/ 388003 h 388002"/>
                <a:gd name="connsiteX5" fmla="*/ 165990 w 4026679"/>
                <a:gd name="connsiteY5" fmla="*/ 193960 h 38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26679" h="388002">
                  <a:moveTo>
                    <a:pt x="0" y="0"/>
                  </a:moveTo>
                  <a:lnTo>
                    <a:pt x="3860689" y="0"/>
                  </a:lnTo>
                  <a:lnTo>
                    <a:pt x="4026680" y="193960"/>
                  </a:lnTo>
                  <a:lnTo>
                    <a:pt x="3860689" y="388003"/>
                  </a:lnTo>
                  <a:lnTo>
                    <a:pt x="0" y="388003"/>
                  </a:lnTo>
                  <a:lnTo>
                    <a:pt x="165990" y="193960"/>
                  </a:ln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74" name="Immagine 73">
              <a:extLst>
                <a:ext uri="{FF2B5EF4-FFF2-40B4-BE49-F238E27FC236}">
                  <a16:creationId xmlns:a16="http://schemas.microsoft.com/office/drawing/2014/main" id="{38110B98-3F86-44DA-BFFB-FF8960C46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700000">
              <a:off x="824358" y="4143457"/>
              <a:ext cx="4008669" cy="265584"/>
            </a:xfrm>
            <a:custGeom>
              <a:avLst/>
              <a:gdLst>
                <a:gd name="connsiteX0" fmla="*/ -2 w 4008669"/>
                <a:gd name="connsiteY0" fmla="*/ -1 h 265584"/>
                <a:gd name="connsiteX1" fmla="*/ 4008668 w 4008669"/>
                <a:gd name="connsiteY1" fmla="*/ -1 h 265584"/>
                <a:gd name="connsiteX2" fmla="*/ 4008668 w 4008669"/>
                <a:gd name="connsiteY2" fmla="*/ 265584 h 265584"/>
                <a:gd name="connsiteX3" fmla="*/ -2 w 4008669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8669" h="265584">
                  <a:moveTo>
                    <a:pt x="-2" y="-1"/>
                  </a:moveTo>
                  <a:lnTo>
                    <a:pt x="4008668" y="-1"/>
                  </a:lnTo>
                  <a:lnTo>
                    <a:pt x="4008668" y="265584"/>
                  </a:lnTo>
                  <a:lnTo>
                    <a:pt x="-2" y="265584"/>
                  </a:lnTo>
                  <a:close/>
                </a:path>
              </a:pathLst>
            </a:custGeom>
          </p:spPr>
        </p:pic>
      </p:grpSp>
      <p:grpSp>
        <p:nvGrpSpPr>
          <p:cNvPr id="75" name="Elemento grafico 6">
            <a:extLst>
              <a:ext uri="{FF2B5EF4-FFF2-40B4-BE49-F238E27FC236}">
                <a16:creationId xmlns:a16="http://schemas.microsoft.com/office/drawing/2014/main" id="{7B4ADCF1-1F95-46A3-A0A8-1F4F221345ED}"/>
              </a:ext>
            </a:extLst>
          </p:cNvPr>
          <p:cNvGrpSpPr/>
          <p:nvPr/>
        </p:nvGrpSpPr>
        <p:grpSpPr>
          <a:xfrm>
            <a:off x="2199371" y="1473459"/>
            <a:ext cx="746957" cy="912947"/>
            <a:chOff x="2406861" y="1918486"/>
            <a:chExt cx="746957" cy="912947"/>
          </a:xfrm>
        </p:grpSpPr>
        <p:grpSp>
          <p:nvGrpSpPr>
            <p:cNvPr id="76" name="Elemento grafico 6">
              <a:extLst>
                <a:ext uri="{FF2B5EF4-FFF2-40B4-BE49-F238E27FC236}">
                  <a16:creationId xmlns:a16="http://schemas.microsoft.com/office/drawing/2014/main" id="{2221B4EC-A58D-443F-8D81-550289218479}"/>
                </a:ext>
              </a:extLst>
            </p:cNvPr>
            <p:cNvGrpSpPr/>
            <p:nvPr/>
          </p:nvGrpSpPr>
          <p:grpSpPr>
            <a:xfrm>
              <a:off x="2406861" y="1918486"/>
              <a:ext cx="746957" cy="912947"/>
              <a:chOff x="2406861" y="1918486"/>
              <a:chExt cx="746957" cy="912947"/>
            </a:xfrm>
          </p:grpSpPr>
          <p:sp>
            <p:nvSpPr>
              <p:cNvPr id="77" name="Figura a mano libera: forma 76">
                <a:extLst>
                  <a:ext uri="{FF2B5EF4-FFF2-40B4-BE49-F238E27FC236}">
                    <a16:creationId xmlns:a16="http://schemas.microsoft.com/office/drawing/2014/main" id="{59630903-8748-4AB7-864E-A1F8F64F7A89}"/>
                  </a:ext>
                </a:extLst>
              </p:cNvPr>
              <p:cNvSpPr/>
              <p:nvPr/>
            </p:nvSpPr>
            <p:spPr>
              <a:xfrm>
                <a:off x="2406861" y="1918486"/>
                <a:ext cx="746957" cy="912947"/>
              </a:xfrm>
              <a:custGeom>
                <a:avLst/>
                <a:gdLst>
                  <a:gd name="connsiteX0" fmla="*/ 0 w 746957"/>
                  <a:gd name="connsiteY0" fmla="*/ 124493 h 912947"/>
                  <a:gd name="connsiteX1" fmla="*/ 373479 w 746957"/>
                  <a:gd name="connsiteY1" fmla="*/ 0 h 912947"/>
                  <a:gd name="connsiteX2" fmla="*/ 637569 w 746957"/>
                  <a:gd name="connsiteY2" fmla="*/ 36435 h 912947"/>
                  <a:gd name="connsiteX3" fmla="*/ 746957 w 746957"/>
                  <a:gd name="connsiteY3" fmla="*/ 124493 h 912947"/>
                  <a:gd name="connsiteX4" fmla="*/ 746957 w 746957"/>
                  <a:gd name="connsiteY4" fmla="*/ 788455 h 912947"/>
                  <a:gd name="connsiteX5" fmla="*/ 373479 w 746957"/>
                  <a:gd name="connsiteY5" fmla="*/ 912948 h 912947"/>
                  <a:gd name="connsiteX6" fmla="*/ 0 w 746957"/>
                  <a:gd name="connsiteY6" fmla="*/ 788455 h 91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6957" h="912947">
                    <a:moveTo>
                      <a:pt x="0" y="124493"/>
                    </a:moveTo>
                    <a:cubicBezTo>
                      <a:pt x="0" y="55773"/>
                      <a:pt x="167235" y="0"/>
                      <a:pt x="373479" y="0"/>
                    </a:cubicBezTo>
                    <a:cubicBezTo>
                      <a:pt x="472492" y="0"/>
                      <a:pt x="567521" y="13113"/>
                      <a:pt x="637569" y="36435"/>
                    </a:cubicBezTo>
                    <a:cubicBezTo>
                      <a:pt x="707617" y="59840"/>
                      <a:pt x="746957" y="91461"/>
                      <a:pt x="746957" y="124493"/>
                    </a:cubicBezTo>
                    <a:lnTo>
                      <a:pt x="746957" y="788455"/>
                    </a:lnTo>
                    <a:cubicBezTo>
                      <a:pt x="746957" y="857175"/>
                      <a:pt x="579722" y="912948"/>
                      <a:pt x="373479" y="912948"/>
                    </a:cubicBezTo>
                    <a:cubicBezTo>
                      <a:pt x="167235" y="912948"/>
                      <a:pt x="0" y="857175"/>
                      <a:pt x="0" y="788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8" name="Figura a mano libera: forma 77">
                <a:extLst>
                  <a:ext uri="{FF2B5EF4-FFF2-40B4-BE49-F238E27FC236}">
                    <a16:creationId xmlns:a16="http://schemas.microsoft.com/office/drawing/2014/main" id="{A784AB42-EE99-4392-8531-6E46A6899986}"/>
                  </a:ext>
                </a:extLst>
              </p:cNvPr>
              <p:cNvSpPr/>
              <p:nvPr/>
            </p:nvSpPr>
            <p:spPr>
              <a:xfrm>
                <a:off x="2406861" y="2042979"/>
                <a:ext cx="746957" cy="124492"/>
              </a:xfrm>
              <a:custGeom>
                <a:avLst/>
                <a:gdLst>
                  <a:gd name="connsiteX0" fmla="*/ 746957 w 746957"/>
                  <a:gd name="connsiteY0" fmla="*/ 0 h 124492"/>
                  <a:gd name="connsiteX1" fmla="*/ 373479 w 746957"/>
                  <a:gd name="connsiteY1" fmla="*/ 124493 h 124492"/>
                  <a:gd name="connsiteX2" fmla="*/ 0 w 746957"/>
                  <a:gd name="connsiteY2" fmla="*/ 0 h 124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6957" h="124492">
                    <a:moveTo>
                      <a:pt x="746957" y="0"/>
                    </a:moveTo>
                    <a:cubicBezTo>
                      <a:pt x="746957" y="68720"/>
                      <a:pt x="579722" y="124493"/>
                      <a:pt x="373479" y="124493"/>
                    </a:cubicBezTo>
                    <a:cubicBezTo>
                      <a:pt x="167235" y="124493"/>
                      <a:pt x="0" y="68720"/>
                      <a:pt x="0" y="0"/>
                    </a:cubicBezTo>
                  </a:path>
                </a:pathLst>
              </a:custGeom>
              <a:noFill/>
              <a:ln w="83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it-IT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pic>
          <p:nvPicPr>
            <p:cNvPr id="79" name="Immagine 78">
              <a:extLst>
                <a:ext uri="{FF2B5EF4-FFF2-40B4-BE49-F238E27FC236}">
                  <a16:creationId xmlns:a16="http://schemas.microsoft.com/office/drawing/2014/main" id="{D871145E-4248-45EA-8544-D5E51B90F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11011" y="2304414"/>
              <a:ext cx="730358" cy="381778"/>
            </a:xfrm>
            <a:custGeom>
              <a:avLst/>
              <a:gdLst>
                <a:gd name="connsiteX0" fmla="*/ -1 w 730358"/>
                <a:gd name="connsiteY0" fmla="*/ -1 h 381778"/>
                <a:gd name="connsiteX1" fmla="*/ 730358 w 730358"/>
                <a:gd name="connsiteY1" fmla="*/ -1 h 381778"/>
                <a:gd name="connsiteX2" fmla="*/ 730358 w 730358"/>
                <a:gd name="connsiteY2" fmla="*/ 381778 h 381778"/>
                <a:gd name="connsiteX3" fmla="*/ -1 w 730358"/>
                <a:gd name="connsiteY3" fmla="*/ 381778 h 38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0358" h="381778">
                  <a:moveTo>
                    <a:pt x="-1" y="-1"/>
                  </a:moveTo>
                  <a:lnTo>
                    <a:pt x="730358" y="-1"/>
                  </a:lnTo>
                  <a:lnTo>
                    <a:pt x="730358" y="381778"/>
                  </a:lnTo>
                  <a:lnTo>
                    <a:pt x="-1" y="381778"/>
                  </a:lnTo>
                  <a:close/>
                </a:path>
              </a:pathLst>
            </a:custGeom>
          </p:spPr>
        </p:pic>
      </p:grpSp>
      <p:grpSp>
        <p:nvGrpSpPr>
          <p:cNvPr id="80" name="Elemento grafico 6">
            <a:extLst>
              <a:ext uri="{FF2B5EF4-FFF2-40B4-BE49-F238E27FC236}">
                <a16:creationId xmlns:a16="http://schemas.microsoft.com/office/drawing/2014/main" id="{5405B6C6-2023-4974-A1A5-1D7C7742411B}"/>
              </a:ext>
            </a:extLst>
          </p:cNvPr>
          <p:cNvGrpSpPr/>
          <p:nvPr/>
        </p:nvGrpSpPr>
        <p:grpSpPr>
          <a:xfrm>
            <a:off x="2319714" y="960324"/>
            <a:ext cx="497971" cy="489671"/>
            <a:chOff x="2323866" y="3246410"/>
            <a:chExt cx="497971" cy="489671"/>
          </a:xfrm>
          <a:noFill/>
        </p:grpSpPr>
        <p:sp>
          <p:nvSpPr>
            <p:cNvPr id="81" name="Figura a mano libera: forma 80">
              <a:extLst>
                <a:ext uri="{FF2B5EF4-FFF2-40B4-BE49-F238E27FC236}">
                  <a16:creationId xmlns:a16="http://schemas.microsoft.com/office/drawing/2014/main" id="{C2770C52-4806-4DDB-8A14-6DBC01E5707C}"/>
                </a:ext>
              </a:extLst>
            </p:cNvPr>
            <p:cNvSpPr/>
            <p:nvPr/>
          </p:nvSpPr>
          <p:spPr>
            <a:xfrm>
              <a:off x="2323866" y="3246410"/>
              <a:ext cx="497971" cy="489671"/>
            </a:xfrm>
            <a:custGeom>
              <a:avLst/>
              <a:gdLst>
                <a:gd name="connsiteX0" fmla="*/ 0 w 497971"/>
                <a:gd name="connsiteY0" fmla="*/ 0 h 489671"/>
                <a:gd name="connsiteX1" fmla="*/ 497971 w 497971"/>
                <a:gd name="connsiteY1" fmla="*/ 0 h 489671"/>
                <a:gd name="connsiteX2" fmla="*/ 497971 w 497971"/>
                <a:gd name="connsiteY2" fmla="*/ 489672 h 489671"/>
                <a:gd name="connsiteX3" fmla="*/ 0 w 497971"/>
                <a:gd name="connsiteY3" fmla="*/ 489672 h 48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971" h="489671">
                  <a:moveTo>
                    <a:pt x="0" y="0"/>
                  </a:moveTo>
                  <a:lnTo>
                    <a:pt x="497971" y="0"/>
                  </a:lnTo>
                  <a:lnTo>
                    <a:pt x="497971" y="489672"/>
                  </a:lnTo>
                  <a:lnTo>
                    <a:pt x="0" y="489672"/>
                  </a:lnTo>
                  <a:close/>
                </a:path>
              </a:pathLst>
            </a:custGeom>
            <a:noFill/>
            <a:ln w="8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82" name="Immagine 81">
              <a:extLst>
                <a:ext uri="{FF2B5EF4-FFF2-40B4-BE49-F238E27FC236}">
                  <a16:creationId xmlns:a16="http://schemas.microsoft.com/office/drawing/2014/main" id="{F26CEA65-9246-4DA7-B011-21D2C7A8C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28016" y="3316956"/>
              <a:ext cx="481372" cy="381778"/>
            </a:xfrm>
            <a:custGeom>
              <a:avLst/>
              <a:gdLst>
                <a:gd name="connsiteX0" fmla="*/ -1 w 481372"/>
                <a:gd name="connsiteY0" fmla="*/ -1 h 381778"/>
                <a:gd name="connsiteX1" fmla="*/ 481372 w 481372"/>
                <a:gd name="connsiteY1" fmla="*/ -1 h 381778"/>
                <a:gd name="connsiteX2" fmla="*/ 481372 w 481372"/>
                <a:gd name="connsiteY2" fmla="*/ 381778 h 381778"/>
                <a:gd name="connsiteX3" fmla="*/ -1 w 481372"/>
                <a:gd name="connsiteY3" fmla="*/ 381778 h 38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372" h="381778">
                  <a:moveTo>
                    <a:pt x="-1" y="-1"/>
                  </a:moveTo>
                  <a:lnTo>
                    <a:pt x="481372" y="-1"/>
                  </a:lnTo>
                  <a:lnTo>
                    <a:pt x="481372" y="381778"/>
                  </a:lnTo>
                  <a:lnTo>
                    <a:pt x="-1" y="381778"/>
                  </a:lnTo>
                  <a:close/>
                </a:path>
              </a:pathLst>
            </a:custGeom>
          </p:spPr>
        </p:pic>
      </p:grpSp>
      <p:grpSp>
        <p:nvGrpSpPr>
          <p:cNvPr id="83" name="Elemento grafico 6">
            <a:extLst>
              <a:ext uri="{FF2B5EF4-FFF2-40B4-BE49-F238E27FC236}">
                <a16:creationId xmlns:a16="http://schemas.microsoft.com/office/drawing/2014/main" id="{D6BF2D32-A14B-4B15-BF90-5D1316781190}"/>
              </a:ext>
            </a:extLst>
          </p:cNvPr>
          <p:cNvGrpSpPr/>
          <p:nvPr/>
        </p:nvGrpSpPr>
        <p:grpSpPr>
          <a:xfrm>
            <a:off x="5124955" y="2237519"/>
            <a:ext cx="497971" cy="489671"/>
            <a:chOff x="5187202" y="2914429"/>
            <a:chExt cx="497971" cy="489671"/>
          </a:xfrm>
          <a:noFill/>
        </p:grpSpPr>
        <p:sp>
          <p:nvSpPr>
            <p:cNvPr id="84" name="Figura a mano libera: forma 83">
              <a:extLst>
                <a:ext uri="{FF2B5EF4-FFF2-40B4-BE49-F238E27FC236}">
                  <a16:creationId xmlns:a16="http://schemas.microsoft.com/office/drawing/2014/main" id="{20168C60-5754-4F3E-A56B-17DFB098D1A0}"/>
                </a:ext>
              </a:extLst>
            </p:cNvPr>
            <p:cNvSpPr/>
            <p:nvPr/>
          </p:nvSpPr>
          <p:spPr>
            <a:xfrm>
              <a:off x="5187202" y="2914429"/>
              <a:ext cx="497971" cy="489671"/>
            </a:xfrm>
            <a:custGeom>
              <a:avLst/>
              <a:gdLst>
                <a:gd name="connsiteX0" fmla="*/ 0 w 497971"/>
                <a:gd name="connsiteY0" fmla="*/ 0 h 489671"/>
                <a:gd name="connsiteX1" fmla="*/ 497971 w 497971"/>
                <a:gd name="connsiteY1" fmla="*/ 0 h 489671"/>
                <a:gd name="connsiteX2" fmla="*/ 497971 w 497971"/>
                <a:gd name="connsiteY2" fmla="*/ 489672 h 489671"/>
                <a:gd name="connsiteX3" fmla="*/ 0 w 497971"/>
                <a:gd name="connsiteY3" fmla="*/ 489672 h 48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971" h="489671">
                  <a:moveTo>
                    <a:pt x="0" y="0"/>
                  </a:moveTo>
                  <a:lnTo>
                    <a:pt x="497971" y="0"/>
                  </a:lnTo>
                  <a:lnTo>
                    <a:pt x="497971" y="489672"/>
                  </a:lnTo>
                  <a:lnTo>
                    <a:pt x="0" y="489672"/>
                  </a:lnTo>
                  <a:close/>
                </a:path>
              </a:pathLst>
            </a:custGeom>
            <a:noFill/>
            <a:ln w="8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85" name="Immagine 84">
              <a:extLst>
                <a:ext uri="{FF2B5EF4-FFF2-40B4-BE49-F238E27FC236}">
                  <a16:creationId xmlns:a16="http://schemas.microsoft.com/office/drawing/2014/main" id="{481367BD-7391-4F7B-94F3-218FB5846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191351" y="3105318"/>
              <a:ext cx="481372" cy="141091"/>
            </a:xfrm>
            <a:custGeom>
              <a:avLst/>
              <a:gdLst>
                <a:gd name="connsiteX0" fmla="*/ -1 w 481372"/>
                <a:gd name="connsiteY0" fmla="*/ -1 h 141091"/>
                <a:gd name="connsiteX1" fmla="*/ 481372 w 481372"/>
                <a:gd name="connsiteY1" fmla="*/ -1 h 141091"/>
                <a:gd name="connsiteX2" fmla="*/ 481372 w 481372"/>
                <a:gd name="connsiteY2" fmla="*/ 141091 h 141091"/>
                <a:gd name="connsiteX3" fmla="*/ -1 w 481372"/>
                <a:gd name="connsiteY3" fmla="*/ 141091 h 14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372" h="141091">
                  <a:moveTo>
                    <a:pt x="-1" y="-1"/>
                  </a:moveTo>
                  <a:lnTo>
                    <a:pt x="481372" y="-1"/>
                  </a:lnTo>
                  <a:lnTo>
                    <a:pt x="481372" y="141091"/>
                  </a:lnTo>
                  <a:lnTo>
                    <a:pt x="-1" y="141091"/>
                  </a:lnTo>
                  <a:close/>
                </a:path>
              </a:pathLst>
            </a:custGeom>
          </p:spPr>
        </p:pic>
      </p:grpSp>
      <p:grpSp>
        <p:nvGrpSpPr>
          <p:cNvPr id="86" name="Elemento grafico 6">
            <a:extLst>
              <a:ext uri="{FF2B5EF4-FFF2-40B4-BE49-F238E27FC236}">
                <a16:creationId xmlns:a16="http://schemas.microsoft.com/office/drawing/2014/main" id="{49991AEE-0437-4647-ABE5-FF7483B78BD8}"/>
              </a:ext>
            </a:extLst>
          </p:cNvPr>
          <p:cNvGrpSpPr/>
          <p:nvPr/>
        </p:nvGrpSpPr>
        <p:grpSpPr>
          <a:xfrm>
            <a:off x="10955371" y="1597952"/>
            <a:ext cx="995942" cy="663961"/>
            <a:chOff x="10955371" y="1586505"/>
            <a:chExt cx="995942" cy="663961"/>
          </a:xfrm>
          <a:solidFill>
            <a:srgbClr val="FFFFFF"/>
          </a:solidFill>
        </p:grpSpPr>
        <p:sp>
          <p:nvSpPr>
            <p:cNvPr id="87" name="Figura a mano libera: forma 86">
              <a:extLst>
                <a:ext uri="{FF2B5EF4-FFF2-40B4-BE49-F238E27FC236}">
                  <a16:creationId xmlns:a16="http://schemas.microsoft.com/office/drawing/2014/main" id="{11112A6F-8801-44F9-AC6C-B2F632B3C960}"/>
                </a:ext>
              </a:extLst>
            </p:cNvPr>
            <p:cNvSpPr/>
            <p:nvPr/>
          </p:nvSpPr>
          <p:spPr>
            <a:xfrm>
              <a:off x="10955371" y="1586505"/>
              <a:ext cx="995942" cy="663961"/>
            </a:xfrm>
            <a:custGeom>
              <a:avLst/>
              <a:gdLst>
                <a:gd name="connsiteX0" fmla="*/ 0 w 995942"/>
                <a:gd name="connsiteY0" fmla="*/ 0 h 663961"/>
                <a:gd name="connsiteX1" fmla="*/ 829952 w 995942"/>
                <a:gd name="connsiteY1" fmla="*/ 0 h 663961"/>
                <a:gd name="connsiteX2" fmla="*/ 995943 w 995942"/>
                <a:gd name="connsiteY2" fmla="*/ 331981 h 663961"/>
                <a:gd name="connsiteX3" fmla="*/ 829952 w 995942"/>
                <a:gd name="connsiteY3" fmla="*/ 663962 h 663961"/>
                <a:gd name="connsiteX4" fmla="*/ 0 w 995942"/>
                <a:gd name="connsiteY4" fmla="*/ 663962 h 663961"/>
                <a:gd name="connsiteX5" fmla="*/ 165990 w 995942"/>
                <a:gd name="connsiteY5" fmla="*/ 331981 h 66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5942" h="663961">
                  <a:moveTo>
                    <a:pt x="0" y="0"/>
                  </a:moveTo>
                  <a:lnTo>
                    <a:pt x="829952" y="0"/>
                  </a:lnTo>
                  <a:lnTo>
                    <a:pt x="995943" y="331981"/>
                  </a:lnTo>
                  <a:lnTo>
                    <a:pt x="829952" y="663962"/>
                  </a:lnTo>
                  <a:lnTo>
                    <a:pt x="0" y="663962"/>
                  </a:lnTo>
                  <a:lnTo>
                    <a:pt x="165990" y="331981"/>
                  </a:ln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88" name="Immagine 87">
              <a:extLst>
                <a:ext uri="{FF2B5EF4-FFF2-40B4-BE49-F238E27FC236}">
                  <a16:creationId xmlns:a16="http://schemas.microsoft.com/office/drawing/2014/main" id="{4FE95AD0-D2F7-47F3-852C-60C82F756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959520" y="1860390"/>
              <a:ext cx="979343" cy="141091"/>
            </a:xfrm>
            <a:custGeom>
              <a:avLst/>
              <a:gdLst>
                <a:gd name="connsiteX0" fmla="*/ -1 w 979343"/>
                <a:gd name="connsiteY0" fmla="*/ -1 h 141091"/>
                <a:gd name="connsiteX1" fmla="*/ 979343 w 979343"/>
                <a:gd name="connsiteY1" fmla="*/ -1 h 141091"/>
                <a:gd name="connsiteX2" fmla="*/ 979343 w 979343"/>
                <a:gd name="connsiteY2" fmla="*/ 141091 h 141091"/>
                <a:gd name="connsiteX3" fmla="*/ -1 w 979343"/>
                <a:gd name="connsiteY3" fmla="*/ 141091 h 14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9343" h="141091">
                  <a:moveTo>
                    <a:pt x="-1" y="-1"/>
                  </a:moveTo>
                  <a:lnTo>
                    <a:pt x="979343" y="-1"/>
                  </a:lnTo>
                  <a:lnTo>
                    <a:pt x="979343" y="141091"/>
                  </a:lnTo>
                  <a:lnTo>
                    <a:pt x="-1" y="141091"/>
                  </a:lnTo>
                  <a:close/>
                </a:path>
              </a:pathLst>
            </a:custGeom>
          </p:spPr>
        </p:pic>
      </p:grpSp>
      <p:grpSp>
        <p:nvGrpSpPr>
          <p:cNvPr id="89" name="Elemento grafico 6">
            <a:extLst>
              <a:ext uri="{FF2B5EF4-FFF2-40B4-BE49-F238E27FC236}">
                <a16:creationId xmlns:a16="http://schemas.microsoft.com/office/drawing/2014/main" id="{97ECF057-FAF8-406F-9B21-3FECA81A923F}"/>
              </a:ext>
            </a:extLst>
          </p:cNvPr>
          <p:cNvGrpSpPr/>
          <p:nvPr/>
        </p:nvGrpSpPr>
        <p:grpSpPr>
          <a:xfrm>
            <a:off x="7441905" y="2210042"/>
            <a:ext cx="497971" cy="489671"/>
            <a:chOff x="6888604" y="3246410"/>
            <a:chExt cx="497971" cy="489671"/>
          </a:xfrm>
          <a:noFill/>
        </p:grpSpPr>
        <p:sp>
          <p:nvSpPr>
            <p:cNvPr id="90" name="Figura a mano libera: forma 89">
              <a:extLst>
                <a:ext uri="{FF2B5EF4-FFF2-40B4-BE49-F238E27FC236}">
                  <a16:creationId xmlns:a16="http://schemas.microsoft.com/office/drawing/2014/main" id="{5C0E6F12-8A13-477D-8912-40A770A86EAD}"/>
                </a:ext>
              </a:extLst>
            </p:cNvPr>
            <p:cNvSpPr/>
            <p:nvPr/>
          </p:nvSpPr>
          <p:spPr>
            <a:xfrm>
              <a:off x="6888604" y="3246410"/>
              <a:ext cx="497971" cy="489671"/>
            </a:xfrm>
            <a:custGeom>
              <a:avLst/>
              <a:gdLst>
                <a:gd name="connsiteX0" fmla="*/ 0 w 497971"/>
                <a:gd name="connsiteY0" fmla="*/ 0 h 489671"/>
                <a:gd name="connsiteX1" fmla="*/ 497971 w 497971"/>
                <a:gd name="connsiteY1" fmla="*/ 0 h 489671"/>
                <a:gd name="connsiteX2" fmla="*/ 497971 w 497971"/>
                <a:gd name="connsiteY2" fmla="*/ 489672 h 489671"/>
                <a:gd name="connsiteX3" fmla="*/ 0 w 497971"/>
                <a:gd name="connsiteY3" fmla="*/ 489672 h 48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971" h="489671">
                  <a:moveTo>
                    <a:pt x="0" y="0"/>
                  </a:moveTo>
                  <a:lnTo>
                    <a:pt x="497971" y="0"/>
                  </a:lnTo>
                  <a:lnTo>
                    <a:pt x="497971" y="489672"/>
                  </a:lnTo>
                  <a:lnTo>
                    <a:pt x="0" y="489672"/>
                  </a:lnTo>
                  <a:close/>
                </a:path>
              </a:pathLst>
            </a:custGeom>
            <a:noFill/>
            <a:ln w="8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91" name="Immagine 90">
              <a:extLst>
                <a:ext uri="{FF2B5EF4-FFF2-40B4-BE49-F238E27FC236}">
                  <a16:creationId xmlns:a16="http://schemas.microsoft.com/office/drawing/2014/main" id="{57B1236E-2204-4293-81E5-AC18101FF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92754" y="3437299"/>
              <a:ext cx="481372" cy="141091"/>
            </a:xfrm>
            <a:custGeom>
              <a:avLst/>
              <a:gdLst>
                <a:gd name="connsiteX0" fmla="*/ -1 w 481372"/>
                <a:gd name="connsiteY0" fmla="*/ -1 h 141091"/>
                <a:gd name="connsiteX1" fmla="*/ 481372 w 481372"/>
                <a:gd name="connsiteY1" fmla="*/ -1 h 141091"/>
                <a:gd name="connsiteX2" fmla="*/ 481372 w 481372"/>
                <a:gd name="connsiteY2" fmla="*/ 141091 h 141091"/>
                <a:gd name="connsiteX3" fmla="*/ -1 w 481372"/>
                <a:gd name="connsiteY3" fmla="*/ 141091 h 14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372" h="141091">
                  <a:moveTo>
                    <a:pt x="-1" y="-1"/>
                  </a:moveTo>
                  <a:lnTo>
                    <a:pt x="481372" y="-1"/>
                  </a:lnTo>
                  <a:lnTo>
                    <a:pt x="481372" y="141091"/>
                  </a:lnTo>
                  <a:lnTo>
                    <a:pt x="-1" y="141091"/>
                  </a:lnTo>
                  <a:close/>
                </a:path>
              </a:pathLst>
            </a:custGeom>
          </p:spPr>
        </p:pic>
      </p:grpSp>
      <p:grpSp>
        <p:nvGrpSpPr>
          <p:cNvPr id="92" name="Elemento grafico 6">
            <a:extLst>
              <a:ext uri="{FF2B5EF4-FFF2-40B4-BE49-F238E27FC236}">
                <a16:creationId xmlns:a16="http://schemas.microsoft.com/office/drawing/2014/main" id="{59CFB8AC-36BA-47C9-8C2A-00FF03C5A39A}"/>
              </a:ext>
            </a:extLst>
          </p:cNvPr>
          <p:cNvGrpSpPr/>
          <p:nvPr/>
        </p:nvGrpSpPr>
        <p:grpSpPr>
          <a:xfrm>
            <a:off x="9751938" y="2237518"/>
            <a:ext cx="497971" cy="489671"/>
            <a:chOff x="9751940" y="3246410"/>
            <a:chExt cx="497971" cy="489671"/>
          </a:xfrm>
          <a:noFill/>
        </p:grpSpPr>
        <p:sp>
          <p:nvSpPr>
            <p:cNvPr id="93" name="Figura a mano libera: forma 92">
              <a:extLst>
                <a:ext uri="{FF2B5EF4-FFF2-40B4-BE49-F238E27FC236}">
                  <a16:creationId xmlns:a16="http://schemas.microsoft.com/office/drawing/2014/main" id="{32E249E6-2EB8-4201-A413-0B69A2ACB3E2}"/>
                </a:ext>
              </a:extLst>
            </p:cNvPr>
            <p:cNvSpPr/>
            <p:nvPr/>
          </p:nvSpPr>
          <p:spPr>
            <a:xfrm>
              <a:off x="9751940" y="3246410"/>
              <a:ext cx="497971" cy="489671"/>
            </a:xfrm>
            <a:custGeom>
              <a:avLst/>
              <a:gdLst>
                <a:gd name="connsiteX0" fmla="*/ 0 w 497971"/>
                <a:gd name="connsiteY0" fmla="*/ 0 h 489671"/>
                <a:gd name="connsiteX1" fmla="*/ 497971 w 497971"/>
                <a:gd name="connsiteY1" fmla="*/ 0 h 489671"/>
                <a:gd name="connsiteX2" fmla="*/ 497971 w 497971"/>
                <a:gd name="connsiteY2" fmla="*/ 489672 h 489671"/>
                <a:gd name="connsiteX3" fmla="*/ 0 w 497971"/>
                <a:gd name="connsiteY3" fmla="*/ 489672 h 48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7971" h="489671">
                  <a:moveTo>
                    <a:pt x="0" y="0"/>
                  </a:moveTo>
                  <a:lnTo>
                    <a:pt x="497971" y="0"/>
                  </a:lnTo>
                  <a:lnTo>
                    <a:pt x="497971" y="489672"/>
                  </a:lnTo>
                  <a:lnTo>
                    <a:pt x="0" y="489672"/>
                  </a:lnTo>
                  <a:close/>
                </a:path>
              </a:pathLst>
            </a:custGeom>
            <a:noFill/>
            <a:ln w="83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94" name="Immagine 93">
              <a:extLst>
                <a:ext uri="{FF2B5EF4-FFF2-40B4-BE49-F238E27FC236}">
                  <a16:creationId xmlns:a16="http://schemas.microsoft.com/office/drawing/2014/main" id="{75A4FACE-BEDC-46E1-A74F-95E970567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756089" y="3437299"/>
              <a:ext cx="481372" cy="141091"/>
            </a:xfrm>
            <a:custGeom>
              <a:avLst/>
              <a:gdLst>
                <a:gd name="connsiteX0" fmla="*/ -1 w 481372"/>
                <a:gd name="connsiteY0" fmla="*/ -1 h 141091"/>
                <a:gd name="connsiteX1" fmla="*/ 481372 w 481372"/>
                <a:gd name="connsiteY1" fmla="*/ -1 h 141091"/>
                <a:gd name="connsiteX2" fmla="*/ 481372 w 481372"/>
                <a:gd name="connsiteY2" fmla="*/ 141091 h 141091"/>
                <a:gd name="connsiteX3" fmla="*/ -1 w 481372"/>
                <a:gd name="connsiteY3" fmla="*/ 141091 h 14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372" h="141091">
                  <a:moveTo>
                    <a:pt x="-1" y="-1"/>
                  </a:moveTo>
                  <a:lnTo>
                    <a:pt x="481372" y="-1"/>
                  </a:lnTo>
                  <a:lnTo>
                    <a:pt x="481372" y="141091"/>
                  </a:lnTo>
                  <a:lnTo>
                    <a:pt x="-1" y="141091"/>
                  </a:lnTo>
                  <a:close/>
                </a:path>
              </a:pathLst>
            </a:custGeom>
          </p:spPr>
        </p:pic>
      </p:grpSp>
      <p:sp>
        <p:nvSpPr>
          <p:cNvPr id="95" name="Figura a mano libera: forma 94">
            <a:extLst>
              <a:ext uri="{FF2B5EF4-FFF2-40B4-BE49-F238E27FC236}">
                <a16:creationId xmlns:a16="http://schemas.microsoft.com/office/drawing/2014/main" id="{5341FE33-9C6C-4272-9CE0-C4527F38589C}"/>
              </a:ext>
            </a:extLst>
          </p:cNvPr>
          <p:cNvSpPr/>
          <p:nvPr/>
        </p:nvSpPr>
        <p:spPr>
          <a:xfrm>
            <a:off x="4274253" y="3478797"/>
            <a:ext cx="1467633" cy="422743"/>
          </a:xfrm>
          <a:custGeom>
            <a:avLst/>
            <a:gdLst>
              <a:gd name="connsiteX0" fmla="*/ 0 w 2074880"/>
              <a:gd name="connsiteY0" fmla="*/ 0 h 1170232"/>
              <a:gd name="connsiteX1" fmla="*/ 2074881 w 2074880"/>
              <a:gd name="connsiteY1" fmla="*/ 0 h 1170232"/>
              <a:gd name="connsiteX2" fmla="*/ 2074881 w 2074880"/>
              <a:gd name="connsiteY2" fmla="*/ 1170233 h 1170232"/>
              <a:gd name="connsiteX3" fmla="*/ 0 w 2074880"/>
              <a:gd name="connsiteY3" fmla="*/ 1170233 h 1170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4880" h="1170232">
                <a:moveTo>
                  <a:pt x="0" y="0"/>
                </a:moveTo>
                <a:lnTo>
                  <a:pt x="2074881" y="0"/>
                </a:lnTo>
                <a:lnTo>
                  <a:pt x="2074881" y="1170233"/>
                </a:lnTo>
                <a:lnTo>
                  <a:pt x="0" y="1170233"/>
                </a:lnTo>
                <a:close/>
              </a:path>
            </a:pathLst>
          </a:custGeom>
          <a:solidFill>
            <a:schemeClr val="bg1"/>
          </a:solidFill>
          <a:ln w="83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it-IT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Other</a:t>
            </a:r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it-IT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applications</a:t>
            </a:r>
            <a:endParaRPr lang="it-IT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96" name="Elemento grafico 6">
            <a:extLst>
              <a:ext uri="{FF2B5EF4-FFF2-40B4-BE49-F238E27FC236}">
                <a16:creationId xmlns:a16="http://schemas.microsoft.com/office/drawing/2014/main" id="{AB7412B0-0F4B-44C1-BEB2-201FE37C65E8}"/>
              </a:ext>
            </a:extLst>
          </p:cNvPr>
          <p:cNvGrpSpPr/>
          <p:nvPr/>
        </p:nvGrpSpPr>
        <p:grpSpPr>
          <a:xfrm>
            <a:off x="688860" y="92591"/>
            <a:ext cx="11428443" cy="1078938"/>
            <a:chOff x="688860" y="92591"/>
            <a:chExt cx="11428443" cy="1078938"/>
          </a:xfrm>
        </p:grpSpPr>
        <p:sp>
          <p:nvSpPr>
            <p:cNvPr id="97" name="Figura a mano libera: forma 96">
              <a:extLst>
                <a:ext uri="{FF2B5EF4-FFF2-40B4-BE49-F238E27FC236}">
                  <a16:creationId xmlns:a16="http://schemas.microsoft.com/office/drawing/2014/main" id="{56546BE4-F8CF-428C-8C9F-D4740229AFD9}"/>
                </a:ext>
              </a:extLst>
            </p:cNvPr>
            <p:cNvSpPr/>
            <p:nvPr/>
          </p:nvSpPr>
          <p:spPr>
            <a:xfrm>
              <a:off x="688860" y="92591"/>
              <a:ext cx="11428443" cy="1078938"/>
            </a:xfrm>
            <a:custGeom>
              <a:avLst/>
              <a:gdLst>
                <a:gd name="connsiteX0" fmla="*/ 11262453 w 11428443"/>
                <a:gd name="connsiteY0" fmla="*/ 1078938 h 1078938"/>
                <a:gd name="connsiteX1" fmla="*/ 11428444 w 11428443"/>
                <a:gd name="connsiteY1" fmla="*/ 1078938 h 1078938"/>
                <a:gd name="connsiteX2" fmla="*/ 11428444 w 11428443"/>
                <a:gd name="connsiteY2" fmla="*/ 0 h 1078938"/>
                <a:gd name="connsiteX3" fmla="*/ 0 w 11428443"/>
                <a:gd name="connsiteY3" fmla="*/ 0 h 1078938"/>
                <a:gd name="connsiteX4" fmla="*/ 0 w 11428443"/>
                <a:gd name="connsiteY4" fmla="*/ 995943 h 1078938"/>
                <a:gd name="connsiteX5" fmla="*/ 171219 w 11428443"/>
                <a:gd name="connsiteY5" fmla="*/ 995943 h 107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28443" h="1078938">
                  <a:moveTo>
                    <a:pt x="11262453" y="1078938"/>
                  </a:moveTo>
                  <a:lnTo>
                    <a:pt x="11428444" y="1078938"/>
                  </a:lnTo>
                  <a:lnTo>
                    <a:pt x="11428444" y="0"/>
                  </a:lnTo>
                  <a:lnTo>
                    <a:pt x="0" y="0"/>
                  </a:lnTo>
                  <a:lnTo>
                    <a:pt x="0" y="995943"/>
                  </a:lnTo>
                  <a:lnTo>
                    <a:pt x="171219" y="995943"/>
                  </a:lnTo>
                </a:path>
              </a:pathLst>
            </a:custGeom>
            <a:noFill/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8" name="Figura a mano libera: forma 97">
              <a:extLst>
                <a:ext uri="{FF2B5EF4-FFF2-40B4-BE49-F238E27FC236}">
                  <a16:creationId xmlns:a16="http://schemas.microsoft.com/office/drawing/2014/main" id="{ACA454BD-A0B9-4E86-AC87-2DA1537143CD}"/>
                </a:ext>
              </a:extLst>
            </p:cNvPr>
            <p:cNvSpPr/>
            <p:nvPr/>
          </p:nvSpPr>
          <p:spPr>
            <a:xfrm>
              <a:off x="845555" y="1059486"/>
              <a:ext cx="58096" cy="58096"/>
            </a:xfrm>
            <a:custGeom>
              <a:avLst/>
              <a:gdLst>
                <a:gd name="connsiteX0" fmla="*/ 58097 w 58096"/>
                <a:gd name="connsiteY0" fmla="*/ 29048 h 58096"/>
                <a:gd name="connsiteX1" fmla="*/ 0 w 58096"/>
                <a:gd name="connsiteY1" fmla="*/ 58097 h 58096"/>
                <a:gd name="connsiteX2" fmla="*/ 14524 w 58096"/>
                <a:gd name="connsiteY2" fmla="*/ 29048 h 58096"/>
                <a:gd name="connsiteX3" fmla="*/ 0 w 58096"/>
                <a:gd name="connsiteY3" fmla="*/ 0 h 58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096" h="58096">
                  <a:moveTo>
                    <a:pt x="58097" y="29048"/>
                  </a:moveTo>
                  <a:lnTo>
                    <a:pt x="0" y="58097"/>
                  </a:lnTo>
                  <a:lnTo>
                    <a:pt x="14524" y="29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100" name="Elemento grafico 6">
            <a:extLst>
              <a:ext uri="{FF2B5EF4-FFF2-40B4-BE49-F238E27FC236}">
                <a16:creationId xmlns:a16="http://schemas.microsoft.com/office/drawing/2014/main" id="{DADE3712-3C72-457B-97E7-0490A28399E6}"/>
              </a:ext>
            </a:extLst>
          </p:cNvPr>
          <p:cNvGrpSpPr/>
          <p:nvPr/>
        </p:nvGrpSpPr>
        <p:grpSpPr>
          <a:xfrm>
            <a:off x="3956852" y="4616122"/>
            <a:ext cx="497971" cy="663961"/>
            <a:chOff x="4855221" y="6151243"/>
            <a:chExt cx="497971" cy="663961"/>
          </a:xfrm>
        </p:grpSpPr>
        <p:sp>
          <p:nvSpPr>
            <p:cNvPr id="101" name="Figura a mano libera: forma 100">
              <a:extLst>
                <a:ext uri="{FF2B5EF4-FFF2-40B4-BE49-F238E27FC236}">
                  <a16:creationId xmlns:a16="http://schemas.microsoft.com/office/drawing/2014/main" id="{E5E3D9C9-59A7-44DE-8B07-901CF2C80DD4}"/>
                </a:ext>
              </a:extLst>
            </p:cNvPr>
            <p:cNvSpPr/>
            <p:nvPr/>
          </p:nvSpPr>
          <p:spPr>
            <a:xfrm>
              <a:off x="4855221" y="6151243"/>
              <a:ext cx="497971" cy="663961"/>
            </a:xfrm>
            <a:custGeom>
              <a:avLst/>
              <a:gdLst>
                <a:gd name="connsiteX0" fmla="*/ 0 w 497971"/>
                <a:gd name="connsiteY0" fmla="*/ 124493 h 663961"/>
                <a:gd name="connsiteX1" fmla="*/ 248986 w 497971"/>
                <a:gd name="connsiteY1" fmla="*/ 0 h 663961"/>
                <a:gd name="connsiteX2" fmla="*/ 425019 w 497971"/>
                <a:gd name="connsiteY2" fmla="*/ 36435 h 663961"/>
                <a:gd name="connsiteX3" fmla="*/ 497971 w 497971"/>
                <a:gd name="connsiteY3" fmla="*/ 124493 h 663961"/>
                <a:gd name="connsiteX4" fmla="*/ 497971 w 497971"/>
                <a:gd name="connsiteY4" fmla="*/ 539469 h 663961"/>
                <a:gd name="connsiteX5" fmla="*/ 248986 w 497971"/>
                <a:gd name="connsiteY5" fmla="*/ 663962 h 663961"/>
                <a:gd name="connsiteX6" fmla="*/ 0 w 497971"/>
                <a:gd name="connsiteY6" fmla="*/ 539469 h 66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7971" h="663961">
                  <a:moveTo>
                    <a:pt x="0" y="124493"/>
                  </a:moveTo>
                  <a:cubicBezTo>
                    <a:pt x="0" y="55773"/>
                    <a:pt x="111463" y="0"/>
                    <a:pt x="248986" y="0"/>
                  </a:cubicBezTo>
                  <a:cubicBezTo>
                    <a:pt x="315050" y="0"/>
                    <a:pt x="378376" y="13113"/>
                    <a:pt x="425019" y="36435"/>
                  </a:cubicBezTo>
                  <a:cubicBezTo>
                    <a:pt x="471745" y="59840"/>
                    <a:pt x="497971" y="91461"/>
                    <a:pt x="497971" y="124493"/>
                  </a:cubicBezTo>
                  <a:lnTo>
                    <a:pt x="497971" y="539469"/>
                  </a:lnTo>
                  <a:cubicBezTo>
                    <a:pt x="497971" y="608189"/>
                    <a:pt x="386509" y="663962"/>
                    <a:pt x="248986" y="663962"/>
                  </a:cubicBezTo>
                  <a:cubicBezTo>
                    <a:pt x="111463" y="663962"/>
                    <a:pt x="0" y="608189"/>
                    <a:pt x="0" y="539469"/>
                  </a:cubicBez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2" name="Figura a mano libera: forma 101">
              <a:extLst>
                <a:ext uri="{FF2B5EF4-FFF2-40B4-BE49-F238E27FC236}">
                  <a16:creationId xmlns:a16="http://schemas.microsoft.com/office/drawing/2014/main" id="{9EAEE185-40BC-4B45-B462-119A451A41F3}"/>
                </a:ext>
              </a:extLst>
            </p:cNvPr>
            <p:cNvSpPr/>
            <p:nvPr/>
          </p:nvSpPr>
          <p:spPr>
            <a:xfrm>
              <a:off x="4855221" y="6275736"/>
              <a:ext cx="497971" cy="124492"/>
            </a:xfrm>
            <a:custGeom>
              <a:avLst/>
              <a:gdLst>
                <a:gd name="connsiteX0" fmla="*/ 497971 w 497971"/>
                <a:gd name="connsiteY0" fmla="*/ 0 h 124492"/>
                <a:gd name="connsiteX1" fmla="*/ 248986 w 497971"/>
                <a:gd name="connsiteY1" fmla="*/ 124493 h 124492"/>
                <a:gd name="connsiteX2" fmla="*/ 0 w 497971"/>
                <a:gd name="connsiteY2" fmla="*/ 0 h 12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7971" h="124492">
                  <a:moveTo>
                    <a:pt x="497971" y="0"/>
                  </a:moveTo>
                  <a:cubicBezTo>
                    <a:pt x="497971" y="68720"/>
                    <a:pt x="386509" y="124493"/>
                    <a:pt x="248986" y="124493"/>
                  </a:cubicBezTo>
                  <a:cubicBezTo>
                    <a:pt x="111463" y="124493"/>
                    <a:pt x="0" y="68720"/>
                    <a:pt x="0" y="0"/>
                  </a:cubicBezTo>
                </a:path>
              </a:pathLst>
            </a:custGeom>
            <a:noFill/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104" name="Elemento grafico 6">
            <a:extLst>
              <a:ext uri="{FF2B5EF4-FFF2-40B4-BE49-F238E27FC236}">
                <a16:creationId xmlns:a16="http://schemas.microsoft.com/office/drawing/2014/main" id="{B1B73002-C846-4F4A-A088-C1CABE06CF58}"/>
              </a:ext>
            </a:extLst>
          </p:cNvPr>
          <p:cNvGrpSpPr/>
          <p:nvPr/>
        </p:nvGrpSpPr>
        <p:grpSpPr>
          <a:xfrm rot="965279">
            <a:off x="3040766" y="2559455"/>
            <a:ext cx="1338244" cy="1155974"/>
            <a:chOff x="3007566" y="2917408"/>
            <a:chExt cx="1338244" cy="1155974"/>
          </a:xfrm>
          <a:solidFill>
            <a:srgbClr val="FFFFFF"/>
          </a:solidFill>
        </p:grpSpPr>
        <p:sp>
          <p:nvSpPr>
            <p:cNvPr id="105" name="Figura a mano libera: forma 104">
              <a:extLst>
                <a:ext uri="{FF2B5EF4-FFF2-40B4-BE49-F238E27FC236}">
                  <a16:creationId xmlns:a16="http://schemas.microsoft.com/office/drawing/2014/main" id="{0656E898-BABE-4720-8A47-846C650CBFFA}"/>
                </a:ext>
              </a:extLst>
            </p:cNvPr>
            <p:cNvSpPr/>
            <p:nvPr/>
          </p:nvSpPr>
          <p:spPr>
            <a:xfrm rot="1800000">
              <a:off x="3095722" y="3163415"/>
              <a:ext cx="1161933" cy="663961"/>
            </a:xfrm>
            <a:custGeom>
              <a:avLst/>
              <a:gdLst>
                <a:gd name="connsiteX0" fmla="*/ 0 w 1161933"/>
                <a:gd name="connsiteY0" fmla="*/ 0 h 663961"/>
                <a:gd name="connsiteX1" fmla="*/ 995943 w 1161933"/>
                <a:gd name="connsiteY1" fmla="*/ 0 h 663961"/>
                <a:gd name="connsiteX2" fmla="*/ 1161933 w 1161933"/>
                <a:gd name="connsiteY2" fmla="*/ 331981 h 663961"/>
                <a:gd name="connsiteX3" fmla="*/ 995943 w 1161933"/>
                <a:gd name="connsiteY3" fmla="*/ 663962 h 663961"/>
                <a:gd name="connsiteX4" fmla="*/ 0 w 1161933"/>
                <a:gd name="connsiteY4" fmla="*/ 663962 h 663961"/>
                <a:gd name="connsiteX5" fmla="*/ 165990 w 1161933"/>
                <a:gd name="connsiteY5" fmla="*/ 331981 h 66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933" h="663961">
                  <a:moveTo>
                    <a:pt x="0" y="0"/>
                  </a:moveTo>
                  <a:lnTo>
                    <a:pt x="995943" y="0"/>
                  </a:lnTo>
                  <a:lnTo>
                    <a:pt x="1161933" y="331981"/>
                  </a:lnTo>
                  <a:lnTo>
                    <a:pt x="995943" y="663962"/>
                  </a:lnTo>
                  <a:lnTo>
                    <a:pt x="0" y="663962"/>
                  </a:lnTo>
                  <a:lnTo>
                    <a:pt x="165990" y="331981"/>
                  </a:lnTo>
                  <a:close/>
                </a:path>
              </a:pathLst>
            </a:custGeom>
            <a:solidFill>
              <a:srgbClr val="FFFFFF"/>
            </a:solidFill>
            <a:ln w="83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106" name="Immagine 105">
              <a:extLst>
                <a:ext uri="{FF2B5EF4-FFF2-40B4-BE49-F238E27FC236}">
                  <a16:creationId xmlns:a16="http://schemas.microsoft.com/office/drawing/2014/main" id="{499145D4-15F2-403A-95C8-93E900EA4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800000">
              <a:off x="3091572" y="3372829"/>
              <a:ext cx="1145334" cy="265584"/>
            </a:xfrm>
            <a:custGeom>
              <a:avLst/>
              <a:gdLst>
                <a:gd name="connsiteX0" fmla="*/ -2 w 1145334"/>
                <a:gd name="connsiteY0" fmla="*/ -1 h 265584"/>
                <a:gd name="connsiteX1" fmla="*/ 1145333 w 1145334"/>
                <a:gd name="connsiteY1" fmla="*/ -1 h 265584"/>
                <a:gd name="connsiteX2" fmla="*/ 1145333 w 1145334"/>
                <a:gd name="connsiteY2" fmla="*/ 265584 h 265584"/>
                <a:gd name="connsiteX3" fmla="*/ -2 w 1145334"/>
                <a:gd name="connsiteY3" fmla="*/ 265584 h 26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334" h="265584">
                  <a:moveTo>
                    <a:pt x="-2" y="-1"/>
                  </a:moveTo>
                  <a:lnTo>
                    <a:pt x="1145333" y="-1"/>
                  </a:lnTo>
                  <a:lnTo>
                    <a:pt x="1145333" y="265584"/>
                  </a:lnTo>
                  <a:lnTo>
                    <a:pt x="-2" y="265584"/>
                  </a:lnTo>
                  <a:close/>
                </a:path>
              </a:pathLst>
            </a:custGeom>
          </p:spPr>
        </p:pic>
      </p:grpSp>
      <p:sp>
        <p:nvSpPr>
          <p:cNvPr id="110" name="Figura a mano libera: forma 109">
            <a:extLst>
              <a:ext uri="{FF2B5EF4-FFF2-40B4-BE49-F238E27FC236}">
                <a16:creationId xmlns:a16="http://schemas.microsoft.com/office/drawing/2014/main" id="{842ACBC5-A855-429A-86EA-CCB1C594F7B7}"/>
              </a:ext>
            </a:extLst>
          </p:cNvPr>
          <p:cNvSpPr/>
          <p:nvPr/>
        </p:nvSpPr>
        <p:spPr>
          <a:xfrm>
            <a:off x="7452972" y="2938899"/>
            <a:ext cx="257285" cy="518720"/>
          </a:xfrm>
          <a:custGeom>
            <a:avLst/>
            <a:gdLst>
              <a:gd name="connsiteX0" fmla="*/ 170140 w 257285"/>
              <a:gd name="connsiteY0" fmla="*/ 857922 h 1015612"/>
              <a:gd name="connsiteX1" fmla="*/ 257285 w 257285"/>
              <a:gd name="connsiteY1" fmla="*/ 857922 h 1015612"/>
              <a:gd name="connsiteX2" fmla="*/ 128643 w 257285"/>
              <a:gd name="connsiteY2" fmla="*/ 1015613 h 1015612"/>
              <a:gd name="connsiteX3" fmla="*/ 0 w 257285"/>
              <a:gd name="connsiteY3" fmla="*/ 857922 h 1015612"/>
              <a:gd name="connsiteX4" fmla="*/ 87145 w 257285"/>
              <a:gd name="connsiteY4" fmla="*/ 857922 h 1015612"/>
              <a:gd name="connsiteX5" fmla="*/ 87145 w 257285"/>
              <a:gd name="connsiteY5" fmla="*/ 157691 h 1015612"/>
              <a:gd name="connsiteX6" fmla="*/ 0 w 257285"/>
              <a:gd name="connsiteY6" fmla="*/ 157691 h 1015612"/>
              <a:gd name="connsiteX7" fmla="*/ 128643 w 257285"/>
              <a:gd name="connsiteY7" fmla="*/ 0 h 1015612"/>
              <a:gd name="connsiteX8" fmla="*/ 257285 w 257285"/>
              <a:gd name="connsiteY8" fmla="*/ 157691 h 1015612"/>
              <a:gd name="connsiteX9" fmla="*/ 170140 w 257285"/>
              <a:gd name="connsiteY9" fmla="*/ 157691 h 101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285" h="1015612">
                <a:moveTo>
                  <a:pt x="170140" y="857922"/>
                </a:moveTo>
                <a:lnTo>
                  <a:pt x="257285" y="857922"/>
                </a:lnTo>
                <a:lnTo>
                  <a:pt x="128643" y="1015613"/>
                </a:lnTo>
                <a:lnTo>
                  <a:pt x="0" y="857922"/>
                </a:lnTo>
                <a:lnTo>
                  <a:pt x="87145" y="857922"/>
                </a:lnTo>
                <a:lnTo>
                  <a:pt x="87145" y="157691"/>
                </a:lnTo>
                <a:lnTo>
                  <a:pt x="0" y="157691"/>
                </a:lnTo>
                <a:lnTo>
                  <a:pt x="128643" y="0"/>
                </a:lnTo>
                <a:lnTo>
                  <a:pt x="257285" y="157691"/>
                </a:lnTo>
                <a:lnTo>
                  <a:pt x="170140" y="157691"/>
                </a:lnTo>
                <a:close/>
              </a:path>
            </a:pathLst>
          </a:custGeom>
          <a:noFill/>
          <a:ln w="83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5" name="Figura a mano libera: forma 134">
            <a:extLst>
              <a:ext uri="{FF2B5EF4-FFF2-40B4-BE49-F238E27FC236}">
                <a16:creationId xmlns:a16="http://schemas.microsoft.com/office/drawing/2014/main" id="{9F4400B5-795B-441E-8865-FC0B6DF8D92D}"/>
              </a:ext>
            </a:extLst>
          </p:cNvPr>
          <p:cNvSpPr/>
          <p:nvPr/>
        </p:nvSpPr>
        <p:spPr>
          <a:xfrm>
            <a:off x="6847796" y="3490479"/>
            <a:ext cx="1467633" cy="422743"/>
          </a:xfrm>
          <a:custGeom>
            <a:avLst/>
            <a:gdLst>
              <a:gd name="connsiteX0" fmla="*/ 0 w 2074880"/>
              <a:gd name="connsiteY0" fmla="*/ 0 h 1170232"/>
              <a:gd name="connsiteX1" fmla="*/ 2074881 w 2074880"/>
              <a:gd name="connsiteY1" fmla="*/ 0 h 1170232"/>
              <a:gd name="connsiteX2" fmla="*/ 2074881 w 2074880"/>
              <a:gd name="connsiteY2" fmla="*/ 1170233 h 1170232"/>
              <a:gd name="connsiteX3" fmla="*/ 0 w 2074880"/>
              <a:gd name="connsiteY3" fmla="*/ 1170233 h 1170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4880" h="1170232">
                <a:moveTo>
                  <a:pt x="0" y="0"/>
                </a:moveTo>
                <a:lnTo>
                  <a:pt x="2074881" y="0"/>
                </a:lnTo>
                <a:lnTo>
                  <a:pt x="2074881" y="1170233"/>
                </a:lnTo>
                <a:lnTo>
                  <a:pt x="0" y="1170233"/>
                </a:lnTo>
                <a:close/>
              </a:path>
            </a:pathLst>
          </a:custGeom>
          <a:solidFill>
            <a:schemeClr val="bg1"/>
          </a:solidFill>
          <a:ln w="83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</a:p>
        </p:txBody>
      </p:sp>
      <p:sp>
        <p:nvSpPr>
          <p:cNvPr id="137" name="Figura a mano libera: forma 136">
            <a:extLst>
              <a:ext uri="{FF2B5EF4-FFF2-40B4-BE49-F238E27FC236}">
                <a16:creationId xmlns:a16="http://schemas.microsoft.com/office/drawing/2014/main" id="{9AB47202-0F8F-4AD4-9B93-02480CBE3557}"/>
              </a:ext>
            </a:extLst>
          </p:cNvPr>
          <p:cNvSpPr/>
          <p:nvPr/>
        </p:nvSpPr>
        <p:spPr>
          <a:xfrm>
            <a:off x="6010213" y="1599694"/>
            <a:ext cx="995942" cy="663961"/>
          </a:xfrm>
          <a:custGeom>
            <a:avLst/>
            <a:gdLst>
              <a:gd name="connsiteX0" fmla="*/ 0 w 995942"/>
              <a:gd name="connsiteY0" fmla="*/ 0 h 663961"/>
              <a:gd name="connsiteX1" fmla="*/ 829952 w 995942"/>
              <a:gd name="connsiteY1" fmla="*/ 0 h 663961"/>
              <a:gd name="connsiteX2" fmla="*/ 995943 w 995942"/>
              <a:gd name="connsiteY2" fmla="*/ 331981 h 663961"/>
              <a:gd name="connsiteX3" fmla="*/ 829952 w 995942"/>
              <a:gd name="connsiteY3" fmla="*/ 663962 h 663961"/>
              <a:gd name="connsiteX4" fmla="*/ 0 w 995942"/>
              <a:gd name="connsiteY4" fmla="*/ 663962 h 663961"/>
              <a:gd name="connsiteX5" fmla="*/ 165990 w 995942"/>
              <a:gd name="connsiteY5" fmla="*/ 331981 h 663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5942" h="663961">
                <a:moveTo>
                  <a:pt x="0" y="0"/>
                </a:moveTo>
                <a:lnTo>
                  <a:pt x="829952" y="0"/>
                </a:lnTo>
                <a:lnTo>
                  <a:pt x="995943" y="331981"/>
                </a:lnTo>
                <a:lnTo>
                  <a:pt x="829952" y="663962"/>
                </a:lnTo>
                <a:lnTo>
                  <a:pt x="0" y="663962"/>
                </a:lnTo>
                <a:lnTo>
                  <a:pt x="165990" y="331981"/>
                </a:lnTo>
                <a:close/>
              </a:path>
            </a:pathLst>
          </a:custGeom>
          <a:solidFill>
            <a:srgbClr val="FFFFFF"/>
          </a:solidFill>
          <a:ln w="83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38" name="Immagine 137">
            <a:extLst>
              <a:ext uri="{FF2B5EF4-FFF2-40B4-BE49-F238E27FC236}">
                <a16:creationId xmlns:a16="http://schemas.microsoft.com/office/drawing/2014/main" id="{E3081473-0459-4607-A695-F8FE8D057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363" y="1873578"/>
            <a:ext cx="979343" cy="141091"/>
          </a:xfrm>
          <a:custGeom>
            <a:avLst/>
            <a:gdLst>
              <a:gd name="connsiteX0" fmla="*/ -1 w 979343"/>
              <a:gd name="connsiteY0" fmla="*/ -1 h 141091"/>
              <a:gd name="connsiteX1" fmla="*/ 979343 w 979343"/>
              <a:gd name="connsiteY1" fmla="*/ -1 h 141091"/>
              <a:gd name="connsiteX2" fmla="*/ 979343 w 979343"/>
              <a:gd name="connsiteY2" fmla="*/ 141091 h 141091"/>
              <a:gd name="connsiteX3" fmla="*/ -1 w 979343"/>
              <a:gd name="connsiteY3" fmla="*/ 141091 h 14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9343" h="141091">
                <a:moveTo>
                  <a:pt x="-1" y="-1"/>
                </a:moveTo>
                <a:lnTo>
                  <a:pt x="979343" y="-1"/>
                </a:lnTo>
                <a:lnTo>
                  <a:pt x="979343" y="141091"/>
                </a:lnTo>
                <a:lnTo>
                  <a:pt x="-1" y="141091"/>
                </a:lnTo>
                <a:close/>
              </a:path>
            </a:pathLst>
          </a:custGeom>
        </p:spPr>
      </p:pic>
      <p:sp>
        <p:nvSpPr>
          <p:cNvPr id="139" name="CasellaDiTesto 138">
            <a:extLst>
              <a:ext uri="{FF2B5EF4-FFF2-40B4-BE49-F238E27FC236}">
                <a16:creationId xmlns:a16="http://schemas.microsoft.com/office/drawing/2014/main" id="{0F808CDE-3FFC-4B5A-BC9C-6BCEC9C99999}"/>
              </a:ext>
            </a:extLst>
          </p:cNvPr>
          <p:cNvSpPr txBox="1"/>
          <p:nvPr/>
        </p:nvSpPr>
        <p:spPr>
          <a:xfrm>
            <a:off x="874603" y="433118"/>
            <a:ext cx="1822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A Company Department</a:t>
            </a:r>
          </a:p>
        </p:txBody>
      </p:sp>
      <p:sp>
        <p:nvSpPr>
          <p:cNvPr id="140" name="CasellaDiTesto 139">
            <a:extLst>
              <a:ext uri="{FF2B5EF4-FFF2-40B4-BE49-F238E27FC236}">
                <a16:creationId xmlns:a16="http://schemas.microsoft.com/office/drawing/2014/main" id="{929C9CFE-6B57-458B-9565-A18DE4DB0A4C}"/>
              </a:ext>
            </a:extLst>
          </p:cNvPr>
          <p:cNvSpPr txBox="1"/>
          <p:nvPr/>
        </p:nvSpPr>
        <p:spPr>
          <a:xfrm>
            <a:off x="3972702" y="398290"/>
            <a:ext cx="2265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Another</a:t>
            </a:r>
            <a:r>
              <a:rPr lang="it-IT" sz="1200" dirty="0">
                <a:latin typeface="Helvetica" panose="020B0604020202020204" pitchFamily="34" charset="0"/>
                <a:cs typeface="Helvetica" panose="020B0604020202020204" pitchFamily="34" charset="0"/>
              </a:rPr>
              <a:t> Company Department</a:t>
            </a:r>
          </a:p>
        </p:txBody>
      </p:sp>
    </p:spTree>
    <p:extLst>
      <p:ext uri="{BB962C8B-B14F-4D97-AF65-F5344CB8AC3E}">
        <p14:creationId xmlns:p14="http://schemas.microsoft.com/office/powerpoint/2010/main" val="2694379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F204D0-86B7-4A0B-9C03-70B8CAEB2CE6}"/>
              </a:ext>
            </a:extLst>
          </p:cNvPr>
          <p:cNvSpPr txBox="1"/>
          <p:nvPr/>
        </p:nvSpPr>
        <p:spPr>
          <a:xfrm>
            <a:off x="2429977" y="312044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{ }</a:t>
            </a:r>
          </a:p>
        </p:txBody>
      </p:sp>
      <p:grpSp>
        <p:nvGrpSpPr>
          <p:cNvPr id="83" name="Gruppo 82">
            <a:extLst>
              <a:ext uri="{FF2B5EF4-FFF2-40B4-BE49-F238E27FC236}">
                <a16:creationId xmlns:a16="http://schemas.microsoft.com/office/drawing/2014/main" id="{234336F0-48D4-4869-A7B3-4854D5FA23C2}"/>
              </a:ext>
            </a:extLst>
          </p:cNvPr>
          <p:cNvGrpSpPr/>
          <p:nvPr/>
        </p:nvGrpSpPr>
        <p:grpSpPr>
          <a:xfrm>
            <a:off x="1524193" y="2423705"/>
            <a:ext cx="2193404" cy="369332"/>
            <a:chOff x="4322555" y="4720298"/>
            <a:chExt cx="2193404" cy="369332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BAC326DD-5E0E-4563-A708-4AC6FFBDDF32}"/>
                </a:ext>
              </a:extLst>
            </p:cNvPr>
            <p:cNvSpPr txBox="1"/>
            <p:nvPr/>
          </p:nvSpPr>
          <p:spPr>
            <a:xfrm>
              <a:off x="4322555" y="4720298"/>
              <a:ext cx="599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 }</a:t>
              </a: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5861E861-0B52-4A80-9023-0F0B391CDF8C}"/>
                </a:ext>
              </a:extLst>
            </p:cNvPr>
            <p:cNvSpPr txBox="1"/>
            <p:nvPr/>
          </p:nvSpPr>
          <p:spPr>
            <a:xfrm>
              <a:off x="4920533" y="4720298"/>
              <a:ext cx="534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x }</a:t>
              </a: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ED8EB74C-8DE9-4B1D-B73C-4747EECEB0CE}"/>
                </a:ext>
              </a:extLst>
            </p:cNvPr>
            <p:cNvSpPr txBox="1"/>
            <p:nvPr/>
          </p:nvSpPr>
          <p:spPr>
            <a:xfrm>
              <a:off x="5452788" y="4720298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y }</a:t>
              </a: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CD7CD046-58CB-4024-BD4F-AFA50D080E2B}"/>
                </a:ext>
              </a:extLst>
            </p:cNvPr>
            <p:cNvSpPr txBox="1"/>
            <p:nvPr/>
          </p:nvSpPr>
          <p:spPr>
            <a:xfrm>
              <a:off x="5989853" y="4720298"/>
              <a:ext cx="526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z }</a:t>
              </a:r>
            </a:p>
          </p:txBody>
        </p:sp>
      </p:grpSp>
      <p:grpSp>
        <p:nvGrpSpPr>
          <p:cNvPr id="69" name="Gruppo 68">
            <a:extLst>
              <a:ext uri="{FF2B5EF4-FFF2-40B4-BE49-F238E27FC236}">
                <a16:creationId xmlns:a16="http://schemas.microsoft.com/office/drawing/2014/main" id="{82CA68E1-CF7D-4A71-AE4A-FDE1CC602A03}"/>
              </a:ext>
            </a:extLst>
          </p:cNvPr>
          <p:cNvGrpSpPr/>
          <p:nvPr/>
        </p:nvGrpSpPr>
        <p:grpSpPr>
          <a:xfrm>
            <a:off x="430665" y="1726971"/>
            <a:ext cx="4380460" cy="369332"/>
            <a:chOff x="3755788" y="3990419"/>
            <a:chExt cx="4380460" cy="369332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EDC8FF47-1CE4-4F60-9DC3-7BA529D4B641}"/>
                </a:ext>
              </a:extLst>
            </p:cNvPr>
            <p:cNvSpPr txBox="1"/>
            <p:nvPr/>
          </p:nvSpPr>
          <p:spPr>
            <a:xfrm>
              <a:off x="3755788" y="3990419"/>
              <a:ext cx="790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x }</a:t>
              </a: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9AD60953-C331-4602-87A7-DEC8D6836671}"/>
                </a:ext>
              </a:extLst>
            </p:cNvPr>
            <p:cNvSpPr txBox="1"/>
            <p:nvPr/>
          </p:nvSpPr>
          <p:spPr>
            <a:xfrm>
              <a:off x="4506641" y="3990419"/>
              <a:ext cx="794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y }</a:t>
              </a: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6D109FFB-2C27-4C00-924B-6C5AAA49E532}"/>
                </a:ext>
              </a:extLst>
            </p:cNvPr>
            <p:cNvSpPr txBox="1"/>
            <p:nvPr/>
          </p:nvSpPr>
          <p:spPr>
            <a:xfrm>
              <a:off x="5262303" y="3990419"/>
              <a:ext cx="782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z }</a:t>
              </a: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08040202-43AB-4247-B1B4-7E16123A8FE5}"/>
                </a:ext>
              </a:extLst>
            </p:cNvPr>
            <p:cNvSpPr txBox="1"/>
            <p:nvPr/>
          </p:nvSpPr>
          <p:spPr>
            <a:xfrm>
              <a:off x="6005141" y="3990419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x, y }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5A268FCB-60C0-4B76-970E-011962564634}"/>
                </a:ext>
              </a:extLst>
            </p:cNvPr>
            <p:cNvSpPr txBox="1"/>
            <p:nvPr/>
          </p:nvSpPr>
          <p:spPr>
            <a:xfrm>
              <a:off x="6714893" y="3990419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x, z }</a:t>
              </a: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F8E357B3-3BF6-4B4D-A9AB-F32FBA9E63C2}"/>
                </a:ext>
              </a:extLst>
            </p:cNvPr>
            <p:cNvSpPr txBox="1"/>
            <p:nvPr/>
          </p:nvSpPr>
          <p:spPr>
            <a:xfrm>
              <a:off x="7411819" y="3990419"/>
              <a:ext cx="724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y, z }</a:t>
              </a:r>
            </a:p>
          </p:txBody>
        </p:sp>
      </p:grpSp>
      <p:grpSp>
        <p:nvGrpSpPr>
          <p:cNvPr id="84" name="Gruppo 83">
            <a:extLst>
              <a:ext uri="{FF2B5EF4-FFF2-40B4-BE49-F238E27FC236}">
                <a16:creationId xmlns:a16="http://schemas.microsoft.com/office/drawing/2014/main" id="{D795621A-F494-44CF-AC58-3C41877711B7}"/>
              </a:ext>
            </a:extLst>
          </p:cNvPr>
          <p:cNvGrpSpPr/>
          <p:nvPr/>
        </p:nvGrpSpPr>
        <p:grpSpPr>
          <a:xfrm>
            <a:off x="650478" y="1030237"/>
            <a:ext cx="3940834" cy="369332"/>
            <a:chOff x="3018391" y="3392437"/>
            <a:chExt cx="3940834" cy="369332"/>
          </a:xfrm>
        </p:grpSpPr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3A7DFE6D-03B8-4CCD-84C4-BC3AECEE01E2}"/>
                </a:ext>
              </a:extLst>
            </p:cNvPr>
            <p:cNvSpPr txBox="1"/>
            <p:nvPr/>
          </p:nvSpPr>
          <p:spPr>
            <a:xfrm>
              <a:off x="3018391" y="3392437"/>
              <a:ext cx="1004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x, y }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61E1252A-A4A0-4DB3-9A48-75F2A0E433E2}"/>
                </a:ext>
              </a:extLst>
            </p:cNvPr>
            <p:cNvSpPr txBox="1"/>
            <p:nvPr/>
          </p:nvSpPr>
          <p:spPr>
            <a:xfrm>
              <a:off x="4032967" y="3392437"/>
              <a:ext cx="992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x, z }</a:t>
              </a: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77426073-999B-4374-9F89-95836F1AF05A}"/>
                </a:ext>
              </a:extLst>
            </p:cNvPr>
            <p:cNvSpPr txBox="1"/>
            <p:nvPr/>
          </p:nvSpPr>
          <p:spPr>
            <a:xfrm>
              <a:off x="5034719" y="3392437"/>
              <a:ext cx="980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y, z }</a:t>
              </a:r>
            </a:p>
          </p:txBody>
        </p: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CB8BEE8A-A16B-4E16-B77D-1C0291651E03}"/>
                </a:ext>
              </a:extLst>
            </p:cNvPr>
            <p:cNvSpPr txBox="1"/>
            <p:nvPr/>
          </p:nvSpPr>
          <p:spPr>
            <a:xfrm>
              <a:off x="6024802" y="3392437"/>
              <a:ext cx="934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x, y, z }</a:t>
              </a:r>
            </a:p>
          </p:txBody>
        </p:sp>
      </p:grp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930A2C6-73FB-4966-BF8A-026897441508}"/>
              </a:ext>
            </a:extLst>
          </p:cNvPr>
          <p:cNvSpPr txBox="1"/>
          <p:nvPr/>
        </p:nvSpPr>
        <p:spPr>
          <a:xfrm>
            <a:off x="2025732" y="333503"/>
            <a:ext cx="1190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{ w, x, y, z }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5C28F226-77A0-4933-8DE7-258F67549E62}"/>
              </a:ext>
            </a:extLst>
          </p:cNvPr>
          <p:cNvCxnSpPr>
            <a:cxnSpLocks/>
            <a:stCxn id="15" idx="0"/>
            <a:endCxn id="21" idx="2"/>
          </p:cNvCxnSpPr>
          <p:nvPr/>
        </p:nvCxnSpPr>
        <p:spPr>
          <a:xfrm flipV="1">
            <a:off x="825677" y="1399569"/>
            <a:ext cx="327215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D1E707BC-A697-44A8-9D7E-BC625B65D933}"/>
              </a:ext>
            </a:extLst>
          </p:cNvPr>
          <p:cNvCxnSpPr>
            <a:cxnSpLocks/>
            <a:stCxn id="15" idx="0"/>
            <a:endCxn id="22" idx="2"/>
          </p:cNvCxnSpPr>
          <p:nvPr/>
        </p:nvCxnSpPr>
        <p:spPr>
          <a:xfrm flipV="1">
            <a:off x="825677" y="1399569"/>
            <a:ext cx="133537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2BCB2CB5-05CE-40F5-9591-3C6A51784385}"/>
              </a:ext>
            </a:extLst>
          </p:cNvPr>
          <p:cNvCxnSpPr>
            <a:cxnSpLocks/>
            <a:stCxn id="15" idx="2"/>
            <a:endCxn id="5" idx="0"/>
          </p:cNvCxnSpPr>
          <p:nvPr/>
        </p:nvCxnSpPr>
        <p:spPr>
          <a:xfrm>
            <a:off x="825677" y="2096303"/>
            <a:ext cx="99843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2C5EFC85-C63B-44C7-B4AB-C27392ED2A03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>
            <a:off x="825677" y="2096303"/>
            <a:ext cx="1563555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AB867CA9-C9E0-4809-AC83-3B9D037262A8}"/>
              </a:ext>
            </a:extLst>
          </p:cNvPr>
          <p:cNvCxnSpPr>
            <a:cxnSpLocks/>
            <a:stCxn id="18" idx="2"/>
            <a:endCxn id="6" idx="0"/>
          </p:cNvCxnSpPr>
          <p:nvPr/>
        </p:nvCxnSpPr>
        <p:spPr>
          <a:xfrm flipH="1">
            <a:off x="2389232" y="2096303"/>
            <a:ext cx="66524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CF95207B-6A81-4635-80E1-CEC2AB6F4F60}"/>
              </a:ext>
            </a:extLst>
          </p:cNvPr>
          <p:cNvCxnSpPr>
            <a:cxnSpLocks/>
            <a:stCxn id="19" idx="2"/>
            <a:endCxn id="6" idx="0"/>
          </p:cNvCxnSpPr>
          <p:nvPr/>
        </p:nvCxnSpPr>
        <p:spPr>
          <a:xfrm flipH="1">
            <a:off x="2389232" y="2096303"/>
            <a:ext cx="136858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6E26C0D0-B45C-4209-ADCC-F2748939056B}"/>
              </a:ext>
            </a:extLst>
          </p:cNvPr>
          <p:cNvCxnSpPr>
            <a:cxnSpLocks/>
            <a:stCxn id="7" idx="0"/>
            <a:endCxn id="16" idx="2"/>
          </p:cNvCxnSpPr>
          <p:nvPr/>
        </p:nvCxnSpPr>
        <p:spPr>
          <a:xfrm flipH="1" flipV="1">
            <a:off x="1578935" y="2096303"/>
            <a:ext cx="1344956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F82465AF-CBA3-498D-A7FF-F204374C2B1D}"/>
              </a:ext>
            </a:extLst>
          </p:cNvPr>
          <p:cNvCxnSpPr>
            <a:cxnSpLocks/>
            <a:stCxn id="5" idx="0"/>
            <a:endCxn id="16" idx="2"/>
          </p:cNvCxnSpPr>
          <p:nvPr/>
        </p:nvCxnSpPr>
        <p:spPr>
          <a:xfrm flipH="1" flipV="1">
            <a:off x="1578935" y="2096303"/>
            <a:ext cx="245180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044393D4-4FDF-4FCA-AF77-E796E24ED23D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flipV="1">
            <a:off x="1824115" y="2096303"/>
            <a:ext cx="504070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2EF8C15A-6A54-4315-8E2A-8674984973EE}"/>
              </a:ext>
            </a:extLst>
          </p:cNvPr>
          <p:cNvCxnSpPr>
            <a:cxnSpLocks/>
            <a:stCxn id="8" idx="0"/>
            <a:endCxn id="17" idx="2"/>
          </p:cNvCxnSpPr>
          <p:nvPr/>
        </p:nvCxnSpPr>
        <p:spPr>
          <a:xfrm flipH="1" flipV="1">
            <a:off x="2328185" y="2096303"/>
            <a:ext cx="112635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E95207E8-C431-485E-AFE5-F83E5516C6BB}"/>
              </a:ext>
            </a:extLst>
          </p:cNvPr>
          <p:cNvCxnSpPr>
            <a:cxnSpLocks/>
            <a:stCxn id="7" idx="0"/>
            <a:endCxn id="18" idx="2"/>
          </p:cNvCxnSpPr>
          <p:nvPr/>
        </p:nvCxnSpPr>
        <p:spPr>
          <a:xfrm flipV="1">
            <a:off x="2923891" y="2096303"/>
            <a:ext cx="13058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A4BEC4D1-F58A-4FA4-BF5F-E7CFD6F0FCE5}"/>
              </a:ext>
            </a:extLst>
          </p:cNvPr>
          <p:cNvCxnSpPr>
            <a:cxnSpLocks/>
            <a:stCxn id="8" idx="0"/>
            <a:endCxn id="19" idx="2"/>
          </p:cNvCxnSpPr>
          <p:nvPr/>
        </p:nvCxnSpPr>
        <p:spPr>
          <a:xfrm flipV="1">
            <a:off x="3454544" y="2096303"/>
            <a:ext cx="303276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nettore diritto 62">
            <a:extLst>
              <a:ext uri="{FF2B5EF4-FFF2-40B4-BE49-F238E27FC236}">
                <a16:creationId xmlns:a16="http://schemas.microsoft.com/office/drawing/2014/main" id="{B7A105F4-FB40-4449-885A-AE6C183E1F84}"/>
              </a:ext>
            </a:extLst>
          </p:cNvPr>
          <p:cNvCxnSpPr>
            <a:cxnSpLocks/>
            <a:stCxn id="8" idx="0"/>
            <a:endCxn id="20" idx="2"/>
          </p:cNvCxnSpPr>
          <p:nvPr/>
        </p:nvCxnSpPr>
        <p:spPr>
          <a:xfrm flipV="1">
            <a:off x="3454544" y="2096303"/>
            <a:ext cx="994367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ttore diritto 65">
            <a:extLst>
              <a:ext uri="{FF2B5EF4-FFF2-40B4-BE49-F238E27FC236}">
                <a16:creationId xmlns:a16="http://schemas.microsoft.com/office/drawing/2014/main" id="{D171C7A9-0C72-44C8-B2D3-5EDE05A4CCD7}"/>
              </a:ext>
            </a:extLst>
          </p:cNvPr>
          <p:cNvCxnSpPr>
            <a:cxnSpLocks/>
            <a:stCxn id="7" idx="0"/>
            <a:endCxn id="20" idx="2"/>
          </p:cNvCxnSpPr>
          <p:nvPr/>
        </p:nvCxnSpPr>
        <p:spPr>
          <a:xfrm flipV="1">
            <a:off x="2923891" y="2096303"/>
            <a:ext cx="1525020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ttore diritto 69">
            <a:extLst>
              <a:ext uri="{FF2B5EF4-FFF2-40B4-BE49-F238E27FC236}">
                <a16:creationId xmlns:a16="http://schemas.microsoft.com/office/drawing/2014/main" id="{889F7FC5-AD5E-4118-8471-994CD74B60BE}"/>
              </a:ext>
            </a:extLst>
          </p:cNvPr>
          <p:cNvCxnSpPr>
            <a:cxnSpLocks/>
            <a:stCxn id="4" idx="0"/>
            <a:endCxn id="8" idx="2"/>
          </p:cNvCxnSpPr>
          <p:nvPr/>
        </p:nvCxnSpPr>
        <p:spPr>
          <a:xfrm flipV="1">
            <a:off x="2620895" y="2793037"/>
            <a:ext cx="833649" cy="327404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Connettore diritto 73">
            <a:extLst>
              <a:ext uri="{FF2B5EF4-FFF2-40B4-BE49-F238E27FC236}">
                <a16:creationId xmlns:a16="http://schemas.microsoft.com/office/drawing/2014/main" id="{2C1FFA9B-E678-4817-BB20-CB9572AC7723}"/>
              </a:ext>
            </a:extLst>
          </p:cNvPr>
          <p:cNvCxnSpPr>
            <a:cxnSpLocks/>
            <a:stCxn id="4" idx="0"/>
            <a:endCxn id="7" idx="2"/>
          </p:cNvCxnSpPr>
          <p:nvPr/>
        </p:nvCxnSpPr>
        <p:spPr>
          <a:xfrm flipV="1">
            <a:off x="2620895" y="2793037"/>
            <a:ext cx="302996" cy="327404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nettore diritto 76">
            <a:extLst>
              <a:ext uri="{FF2B5EF4-FFF2-40B4-BE49-F238E27FC236}">
                <a16:creationId xmlns:a16="http://schemas.microsoft.com/office/drawing/2014/main" id="{B5442502-EDAE-4E9E-BB36-3BD783E5C04B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H="1" flipV="1">
            <a:off x="2389232" y="2793037"/>
            <a:ext cx="231663" cy="327404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nettore diritto 79">
            <a:extLst>
              <a:ext uri="{FF2B5EF4-FFF2-40B4-BE49-F238E27FC236}">
                <a16:creationId xmlns:a16="http://schemas.microsoft.com/office/drawing/2014/main" id="{5E947313-578C-4B94-B4A0-8E88B3436735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1824115" y="2793037"/>
            <a:ext cx="796780" cy="327404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nettore diritto 84">
            <a:extLst>
              <a:ext uri="{FF2B5EF4-FFF2-40B4-BE49-F238E27FC236}">
                <a16:creationId xmlns:a16="http://schemas.microsoft.com/office/drawing/2014/main" id="{EC0E0308-516D-4DFF-B88F-9D5301A30F01}"/>
              </a:ext>
            </a:extLst>
          </p:cNvPr>
          <p:cNvCxnSpPr>
            <a:cxnSpLocks/>
            <a:stCxn id="21" idx="2"/>
            <a:endCxn id="18" idx="0"/>
          </p:cNvCxnSpPr>
          <p:nvPr/>
        </p:nvCxnSpPr>
        <p:spPr>
          <a:xfrm>
            <a:off x="1152892" y="1399569"/>
            <a:ext cx="190158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Connettore diritto 87">
            <a:extLst>
              <a:ext uri="{FF2B5EF4-FFF2-40B4-BE49-F238E27FC236}">
                <a16:creationId xmlns:a16="http://schemas.microsoft.com/office/drawing/2014/main" id="{DE54CFDD-E802-428E-A49D-6A3417FF5B9C}"/>
              </a:ext>
            </a:extLst>
          </p:cNvPr>
          <p:cNvCxnSpPr>
            <a:cxnSpLocks/>
            <a:stCxn id="16" idx="0"/>
            <a:endCxn id="21" idx="2"/>
          </p:cNvCxnSpPr>
          <p:nvPr/>
        </p:nvCxnSpPr>
        <p:spPr>
          <a:xfrm flipH="1" flipV="1">
            <a:off x="1152892" y="1399569"/>
            <a:ext cx="426043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A02E1078-9BC3-43C3-BAB9-02EA77423380}"/>
              </a:ext>
            </a:extLst>
          </p:cNvPr>
          <p:cNvCxnSpPr>
            <a:cxnSpLocks/>
            <a:stCxn id="16" idx="0"/>
            <a:endCxn id="23" idx="2"/>
          </p:cNvCxnSpPr>
          <p:nvPr/>
        </p:nvCxnSpPr>
        <p:spPr>
          <a:xfrm flipV="1">
            <a:off x="1578935" y="1399569"/>
            <a:ext cx="157803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ttore diritto 93">
            <a:extLst>
              <a:ext uri="{FF2B5EF4-FFF2-40B4-BE49-F238E27FC236}">
                <a16:creationId xmlns:a16="http://schemas.microsoft.com/office/drawing/2014/main" id="{38601383-2C3B-4F45-9D74-C9A4C354CD5F}"/>
              </a:ext>
            </a:extLst>
          </p:cNvPr>
          <p:cNvCxnSpPr>
            <a:cxnSpLocks/>
            <a:stCxn id="17" idx="0"/>
            <a:endCxn id="22" idx="2"/>
          </p:cNvCxnSpPr>
          <p:nvPr/>
        </p:nvCxnSpPr>
        <p:spPr>
          <a:xfrm flipH="1" flipV="1">
            <a:off x="2161056" y="1399569"/>
            <a:ext cx="16712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ttore diritto 96">
            <a:extLst>
              <a:ext uri="{FF2B5EF4-FFF2-40B4-BE49-F238E27FC236}">
                <a16:creationId xmlns:a16="http://schemas.microsoft.com/office/drawing/2014/main" id="{A0D552D1-C98A-415B-B231-998F91E87033}"/>
              </a:ext>
            </a:extLst>
          </p:cNvPr>
          <p:cNvCxnSpPr>
            <a:cxnSpLocks/>
            <a:stCxn id="17" idx="0"/>
            <a:endCxn id="23" idx="2"/>
          </p:cNvCxnSpPr>
          <p:nvPr/>
        </p:nvCxnSpPr>
        <p:spPr>
          <a:xfrm flipV="1">
            <a:off x="2328185" y="1399569"/>
            <a:ext cx="82878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nettore diritto 99">
            <a:extLst>
              <a:ext uri="{FF2B5EF4-FFF2-40B4-BE49-F238E27FC236}">
                <a16:creationId xmlns:a16="http://schemas.microsoft.com/office/drawing/2014/main" id="{8972A3AF-B624-4C41-91E4-CA019D4E742B}"/>
              </a:ext>
            </a:extLst>
          </p:cNvPr>
          <p:cNvCxnSpPr>
            <a:cxnSpLocks/>
            <a:stCxn id="18" idx="0"/>
            <a:endCxn id="24" idx="2"/>
          </p:cNvCxnSpPr>
          <p:nvPr/>
        </p:nvCxnSpPr>
        <p:spPr>
          <a:xfrm flipV="1">
            <a:off x="3054480" y="1399569"/>
            <a:ext cx="1069621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38C3DBB9-AC1B-4202-8487-F96937996FFA}"/>
              </a:ext>
            </a:extLst>
          </p:cNvPr>
          <p:cNvCxnSpPr>
            <a:cxnSpLocks/>
            <a:stCxn id="22" idx="2"/>
            <a:endCxn id="19" idx="0"/>
          </p:cNvCxnSpPr>
          <p:nvPr/>
        </p:nvCxnSpPr>
        <p:spPr>
          <a:xfrm>
            <a:off x="2161056" y="1399569"/>
            <a:ext cx="1596764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ttore diritto 108">
            <a:extLst>
              <a:ext uri="{FF2B5EF4-FFF2-40B4-BE49-F238E27FC236}">
                <a16:creationId xmlns:a16="http://schemas.microsoft.com/office/drawing/2014/main" id="{8CC5C5C6-53CA-4747-B776-8D7CB37FE7EF}"/>
              </a:ext>
            </a:extLst>
          </p:cNvPr>
          <p:cNvCxnSpPr>
            <a:cxnSpLocks/>
            <a:stCxn id="24" idx="2"/>
            <a:endCxn id="19" idx="0"/>
          </p:cNvCxnSpPr>
          <p:nvPr/>
        </p:nvCxnSpPr>
        <p:spPr>
          <a:xfrm flipH="1">
            <a:off x="3757820" y="1399569"/>
            <a:ext cx="366281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5D41812A-C37E-4EA2-AF14-96564783C8B0}"/>
              </a:ext>
            </a:extLst>
          </p:cNvPr>
          <p:cNvCxnSpPr>
            <a:cxnSpLocks/>
            <a:stCxn id="24" idx="2"/>
            <a:endCxn id="20" idx="0"/>
          </p:cNvCxnSpPr>
          <p:nvPr/>
        </p:nvCxnSpPr>
        <p:spPr>
          <a:xfrm>
            <a:off x="4124101" y="1399569"/>
            <a:ext cx="324810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Connettore diritto 114">
            <a:extLst>
              <a:ext uri="{FF2B5EF4-FFF2-40B4-BE49-F238E27FC236}">
                <a16:creationId xmlns:a16="http://schemas.microsoft.com/office/drawing/2014/main" id="{70F5D3A9-0948-4731-B3F8-F7B3D387DC57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>
            <a:off x="3156973" y="1399569"/>
            <a:ext cx="129193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Connettore diritto 117">
            <a:extLst>
              <a:ext uri="{FF2B5EF4-FFF2-40B4-BE49-F238E27FC236}">
                <a16:creationId xmlns:a16="http://schemas.microsoft.com/office/drawing/2014/main" id="{D67CA0C4-5425-4E44-9124-9CB6581175D3}"/>
              </a:ext>
            </a:extLst>
          </p:cNvPr>
          <p:cNvCxnSpPr>
            <a:cxnSpLocks/>
            <a:stCxn id="21" idx="0"/>
            <a:endCxn id="25" idx="2"/>
          </p:cNvCxnSpPr>
          <p:nvPr/>
        </p:nvCxnSpPr>
        <p:spPr>
          <a:xfrm flipV="1">
            <a:off x="1152892" y="702835"/>
            <a:ext cx="1468003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Connettore diritto 120">
            <a:extLst>
              <a:ext uri="{FF2B5EF4-FFF2-40B4-BE49-F238E27FC236}">
                <a16:creationId xmlns:a16="http://schemas.microsoft.com/office/drawing/2014/main" id="{59B034F0-8851-4CA5-8D39-EF2BBC8F4F21}"/>
              </a:ext>
            </a:extLst>
          </p:cNvPr>
          <p:cNvCxnSpPr>
            <a:cxnSpLocks/>
            <a:stCxn id="22" idx="0"/>
            <a:endCxn id="25" idx="2"/>
          </p:cNvCxnSpPr>
          <p:nvPr/>
        </p:nvCxnSpPr>
        <p:spPr>
          <a:xfrm flipV="1">
            <a:off x="2161056" y="702835"/>
            <a:ext cx="45983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Connettore diritto 123">
            <a:extLst>
              <a:ext uri="{FF2B5EF4-FFF2-40B4-BE49-F238E27FC236}">
                <a16:creationId xmlns:a16="http://schemas.microsoft.com/office/drawing/2014/main" id="{F3A7F63D-6FBC-479D-8FA1-AFD9A53835FE}"/>
              </a:ext>
            </a:extLst>
          </p:cNvPr>
          <p:cNvCxnSpPr>
            <a:cxnSpLocks/>
            <a:stCxn id="23" idx="0"/>
            <a:endCxn id="25" idx="2"/>
          </p:cNvCxnSpPr>
          <p:nvPr/>
        </p:nvCxnSpPr>
        <p:spPr>
          <a:xfrm flipH="1" flipV="1">
            <a:off x="2620895" y="702835"/>
            <a:ext cx="53607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Connettore diritto 126">
            <a:extLst>
              <a:ext uri="{FF2B5EF4-FFF2-40B4-BE49-F238E27FC236}">
                <a16:creationId xmlns:a16="http://schemas.microsoft.com/office/drawing/2014/main" id="{81BCCAA7-FD37-4B4E-86AB-7501BE083AA2}"/>
              </a:ext>
            </a:extLst>
          </p:cNvPr>
          <p:cNvCxnSpPr>
            <a:cxnSpLocks/>
            <a:stCxn id="24" idx="0"/>
            <a:endCxn id="25" idx="2"/>
          </p:cNvCxnSpPr>
          <p:nvPr/>
        </p:nvCxnSpPr>
        <p:spPr>
          <a:xfrm flipH="1" flipV="1">
            <a:off x="2620895" y="702835"/>
            <a:ext cx="1503206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CasellaDiTesto 146">
            <a:extLst>
              <a:ext uri="{FF2B5EF4-FFF2-40B4-BE49-F238E27FC236}">
                <a16:creationId xmlns:a16="http://schemas.microsoft.com/office/drawing/2014/main" id="{C4FE0EE4-A2B8-4B1F-AC94-F164FD292557}"/>
              </a:ext>
            </a:extLst>
          </p:cNvPr>
          <p:cNvSpPr txBox="1"/>
          <p:nvPr/>
        </p:nvSpPr>
        <p:spPr>
          <a:xfrm>
            <a:off x="7421620" y="585202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{ }</a:t>
            </a:r>
          </a:p>
        </p:txBody>
      </p:sp>
      <p:grpSp>
        <p:nvGrpSpPr>
          <p:cNvPr id="148" name="Gruppo 147">
            <a:extLst>
              <a:ext uri="{FF2B5EF4-FFF2-40B4-BE49-F238E27FC236}">
                <a16:creationId xmlns:a16="http://schemas.microsoft.com/office/drawing/2014/main" id="{1FABA7C6-7F29-4588-AF69-16674BBBDD6C}"/>
              </a:ext>
            </a:extLst>
          </p:cNvPr>
          <p:cNvGrpSpPr/>
          <p:nvPr/>
        </p:nvGrpSpPr>
        <p:grpSpPr>
          <a:xfrm>
            <a:off x="6515836" y="5155287"/>
            <a:ext cx="2193404" cy="369332"/>
            <a:chOff x="4322555" y="4720298"/>
            <a:chExt cx="2193404" cy="369332"/>
          </a:xfrm>
        </p:grpSpPr>
        <p:sp>
          <p:nvSpPr>
            <p:cNvPr id="149" name="CasellaDiTesto 148">
              <a:extLst>
                <a:ext uri="{FF2B5EF4-FFF2-40B4-BE49-F238E27FC236}">
                  <a16:creationId xmlns:a16="http://schemas.microsoft.com/office/drawing/2014/main" id="{4B5BEA43-9456-4ED1-B55D-F1F3247DFA8B}"/>
                </a:ext>
              </a:extLst>
            </p:cNvPr>
            <p:cNvSpPr txBox="1"/>
            <p:nvPr/>
          </p:nvSpPr>
          <p:spPr>
            <a:xfrm>
              <a:off x="4322555" y="4720298"/>
              <a:ext cx="599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 }</a:t>
              </a:r>
            </a:p>
          </p:txBody>
        </p:sp>
        <p:sp>
          <p:nvSpPr>
            <p:cNvPr id="150" name="CasellaDiTesto 149">
              <a:extLst>
                <a:ext uri="{FF2B5EF4-FFF2-40B4-BE49-F238E27FC236}">
                  <a16:creationId xmlns:a16="http://schemas.microsoft.com/office/drawing/2014/main" id="{85B0E22F-9A95-46B8-985F-206D5CC51DAB}"/>
                </a:ext>
              </a:extLst>
            </p:cNvPr>
            <p:cNvSpPr txBox="1"/>
            <p:nvPr/>
          </p:nvSpPr>
          <p:spPr>
            <a:xfrm>
              <a:off x="4920533" y="4720298"/>
              <a:ext cx="534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</a:rPr>
                <a:t>{ x }</a:t>
              </a:r>
            </a:p>
          </p:txBody>
        </p:sp>
        <p:sp>
          <p:nvSpPr>
            <p:cNvPr id="151" name="CasellaDiTesto 150">
              <a:extLst>
                <a:ext uri="{FF2B5EF4-FFF2-40B4-BE49-F238E27FC236}">
                  <a16:creationId xmlns:a16="http://schemas.microsoft.com/office/drawing/2014/main" id="{441BB5C9-3452-4DE5-B34C-D922D9AE351F}"/>
                </a:ext>
              </a:extLst>
            </p:cNvPr>
            <p:cNvSpPr txBox="1"/>
            <p:nvPr/>
          </p:nvSpPr>
          <p:spPr>
            <a:xfrm>
              <a:off x="5452788" y="4720298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y }</a:t>
              </a:r>
            </a:p>
          </p:txBody>
        </p:sp>
        <p:sp>
          <p:nvSpPr>
            <p:cNvPr id="152" name="CasellaDiTesto 151">
              <a:extLst>
                <a:ext uri="{FF2B5EF4-FFF2-40B4-BE49-F238E27FC236}">
                  <a16:creationId xmlns:a16="http://schemas.microsoft.com/office/drawing/2014/main" id="{F0B133FC-1D0C-44A9-B77F-56CE2E676EBA}"/>
                </a:ext>
              </a:extLst>
            </p:cNvPr>
            <p:cNvSpPr txBox="1"/>
            <p:nvPr/>
          </p:nvSpPr>
          <p:spPr>
            <a:xfrm>
              <a:off x="5989853" y="4720298"/>
              <a:ext cx="526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z }</a:t>
              </a:r>
            </a:p>
          </p:txBody>
        </p:sp>
      </p:grpSp>
      <p:grpSp>
        <p:nvGrpSpPr>
          <p:cNvPr id="153" name="Gruppo 152">
            <a:extLst>
              <a:ext uri="{FF2B5EF4-FFF2-40B4-BE49-F238E27FC236}">
                <a16:creationId xmlns:a16="http://schemas.microsoft.com/office/drawing/2014/main" id="{F60D0E96-4EB9-45B0-B65F-1F77FBA73825}"/>
              </a:ext>
            </a:extLst>
          </p:cNvPr>
          <p:cNvGrpSpPr/>
          <p:nvPr/>
        </p:nvGrpSpPr>
        <p:grpSpPr>
          <a:xfrm>
            <a:off x="5422308" y="4458553"/>
            <a:ext cx="4380460" cy="369332"/>
            <a:chOff x="3755788" y="3990419"/>
            <a:chExt cx="4380460" cy="369332"/>
          </a:xfrm>
        </p:grpSpPr>
        <p:sp>
          <p:nvSpPr>
            <p:cNvPr id="154" name="CasellaDiTesto 153">
              <a:extLst>
                <a:ext uri="{FF2B5EF4-FFF2-40B4-BE49-F238E27FC236}">
                  <a16:creationId xmlns:a16="http://schemas.microsoft.com/office/drawing/2014/main" id="{49A40FD2-C49C-4430-A0D8-2A5E646ADA4C}"/>
                </a:ext>
              </a:extLst>
            </p:cNvPr>
            <p:cNvSpPr txBox="1"/>
            <p:nvPr/>
          </p:nvSpPr>
          <p:spPr>
            <a:xfrm>
              <a:off x="3755788" y="3990419"/>
              <a:ext cx="790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x }</a:t>
              </a:r>
            </a:p>
          </p:txBody>
        </p:sp>
        <p:sp>
          <p:nvSpPr>
            <p:cNvPr id="155" name="CasellaDiTesto 154">
              <a:extLst>
                <a:ext uri="{FF2B5EF4-FFF2-40B4-BE49-F238E27FC236}">
                  <a16:creationId xmlns:a16="http://schemas.microsoft.com/office/drawing/2014/main" id="{3B47E496-296B-458E-8A3F-4AC3A9893A20}"/>
                </a:ext>
              </a:extLst>
            </p:cNvPr>
            <p:cNvSpPr txBox="1"/>
            <p:nvPr/>
          </p:nvSpPr>
          <p:spPr>
            <a:xfrm>
              <a:off x="4506641" y="3990419"/>
              <a:ext cx="794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y }</a:t>
              </a:r>
            </a:p>
          </p:txBody>
        </p:sp>
        <p:sp>
          <p:nvSpPr>
            <p:cNvPr id="156" name="CasellaDiTesto 155">
              <a:extLst>
                <a:ext uri="{FF2B5EF4-FFF2-40B4-BE49-F238E27FC236}">
                  <a16:creationId xmlns:a16="http://schemas.microsoft.com/office/drawing/2014/main" id="{99B9E992-975B-46D2-A7A2-69A0430C31BE}"/>
                </a:ext>
              </a:extLst>
            </p:cNvPr>
            <p:cNvSpPr txBox="1"/>
            <p:nvPr/>
          </p:nvSpPr>
          <p:spPr>
            <a:xfrm>
              <a:off x="5262303" y="3990419"/>
              <a:ext cx="782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z }</a:t>
              </a:r>
            </a:p>
          </p:txBody>
        </p:sp>
        <p:sp>
          <p:nvSpPr>
            <p:cNvPr id="157" name="CasellaDiTesto 156">
              <a:extLst>
                <a:ext uri="{FF2B5EF4-FFF2-40B4-BE49-F238E27FC236}">
                  <a16:creationId xmlns:a16="http://schemas.microsoft.com/office/drawing/2014/main" id="{D9FF9973-53F2-4BC4-867B-B815C09F0920}"/>
                </a:ext>
              </a:extLst>
            </p:cNvPr>
            <p:cNvSpPr txBox="1"/>
            <p:nvPr/>
          </p:nvSpPr>
          <p:spPr>
            <a:xfrm>
              <a:off x="6005141" y="3990419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x, y }</a:t>
              </a:r>
            </a:p>
          </p:txBody>
        </p:sp>
        <p:sp>
          <p:nvSpPr>
            <p:cNvPr id="158" name="CasellaDiTesto 157">
              <a:extLst>
                <a:ext uri="{FF2B5EF4-FFF2-40B4-BE49-F238E27FC236}">
                  <a16:creationId xmlns:a16="http://schemas.microsoft.com/office/drawing/2014/main" id="{472A9E98-4A37-484A-82C4-0C005CEE6E03}"/>
                </a:ext>
              </a:extLst>
            </p:cNvPr>
            <p:cNvSpPr txBox="1"/>
            <p:nvPr/>
          </p:nvSpPr>
          <p:spPr>
            <a:xfrm>
              <a:off x="6714893" y="3990419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</a:rPr>
                <a:t>{ x, z }</a:t>
              </a:r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3007BDAE-6F6D-42D1-9E84-556966A01249}"/>
                </a:ext>
              </a:extLst>
            </p:cNvPr>
            <p:cNvSpPr txBox="1"/>
            <p:nvPr/>
          </p:nvSpPr>
          <p:spPr>
            <a:xfrm>
              <a:off x="7411819" y="3990419"/>
              <a:ext cx="724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y, z }</a:t>
              </a:r>
            </a:p>
          </p:txBody>
        </p:sp>
      </p:grpSp>
      <p:grpSp>
        <p:nvGrpSpPr>
          <p:cNvPr id="160" name="Gruppo 159">
            <a:extLst>
              <a:ext uri="{FF2B5EF4-FFF2-40B4-BE49-F238E27FC236}">
                <a16:creationId xmlns:a16="http://schemas.microsoft.com/office/drawing/2014/main" id="{54F54A95-D15A-4EA3-9C40-57CADC8BE8FF}"/>
              </a:ext>
            </a:extLst>
          </p:cNvPr>
          <p:cNvGrpSpPr/>
          <p:nvPr/>
        </p:nvGrpSpPr>
        <p:grpSpPr>
          <a:xfrm>
            <a:off x="5642121" y="3761819"/>
            <a:ext cx="3940834" cy="369332"/>
            <a:chOff x="3018391" y="3392437"/>
            <a:chExt cx="3940834" cy="369332"/>
          </a:xfrm>
        </p:grpSpPr>
        <p:sp>
          <p:nvSpPr>
            <p:cNvPr id="161" name="CasellaDiTesto 160">
              <a:extLst>
                <a:ext uri="{FF2B5EF4-FFF2-40B4-BE49-F238E27FC236}">
                  <a16:creationId xmlns:a16="http://schemas.microsoft.com/office/drawing/2014/main" id="{6E85A76F-822D-4B73-8DCC-4B552850B1D7}"/>
                </a:ext>
              </a:extLst>
            </p:cNvPr>
            <p:cNvSpPr txBox="1"/>
            <p:nvPr/>
          </p:nvSpPr>
          <p:spPr>
            <a:xfrm>
              <a:off x="3018391" y="3392437"/>
              <a:ext cx="1004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x, y }</a:t>
              </a:r>
            </a:p>
          </p:txBody>
        </p:sp>
        <p:sp>
          <p:nvSpPr>
            <p:cNvPr id="162" name="CasellaDiTesto 161">
              <a:extLst>
                <a:ext uri="{FF2B5EF4-FFF2-40B4-BE49-F238E27FC236}">
                  <a16:creationId xmlns:a16="http://schemas.microsoft.com/office/drawing/2014/main" id="{DC24DD42-8962-42D9-8D36-B41DEE72ED37}"/>
                </a:ext>
              </a:extLst>
            </p:cNvPr>
            <p:cNvSpPr txBox="1"/>
            <p:nvPr/>
          </p:nvSpPr>
          <p:spPr>
            <a:xfrm>
              <a:off x="4032967" y="3392437"/>
              <a:ext cx="992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</a:rPr>
                <a:t>{ w, x, z }</a:t>
              </a:r>
            </a:p>
          </p:txBody>
        </p:sp>
        <p:sp>
          <p:nvSpPr>
            <p:cNvPr id="163" name="CasellaDiTesto 162">
              <a:extLst>
                <a:ext uri="{FF2B5EF4-FFF2-40B4-BE49-F238E27FC236}">
                  <a16:creationId xmlns:a16="http://schemas.microsoft.com/office/drawing/2014/main" id="{A1E8F5B1-9387-4432-8816-7F4967024668}"/>
                </a:ext>
              </a:extLst>
            </p:cNvPr>
            <p:cNvSpPr txBox="1"/>
            <p:nvPr/>
          </p:nvSpPr>
          <p:spPr>
            <a:xfrm>
              <a:off x="5034719" y="3392437"/>
              <a:ext cx="980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w, y, z }</a:t>
              </a:r>
            </a:p>
          </p:txBody>
        </p:sp>
        <p:sp>
          <p:nvSpPr>
            <p:cNvPr id="164" name="CasellaDiTesto 163">
              <a:extLst>
                <a:ext uri="{FF2B5EF4-FFF2-40B4-BE49-F238E27FC236}">
                  <a16:creationId xmlns:a16="http://schemas.microsoft.com/office/drawing/2014/main" id="{CDD98285-759B-4CA3-B212-00B663F40E9F}"/>
                </a:ext>
              </a:extLst>
            </p:cNvPr>
            <p:cNvSpPr txBox="1"/>
            <p:nvPr/>
          </p:nvSpPr>
          <p:spPr>
            <a:xfrm>
              <a:off x="6024802" y="3392437"/>
              <a:ext cx="934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{ x, y, z }</a:t>
              </a:r>
            </a:p>
          </p:txBody>
        </p:sp>
      </p:grpSp>
      <p:sp>
        <p:nvSpPr>
          <p:cNvPr id="165" name="CasellaDiTesto 164">
            <a:extLst>
              <a:ext uri="{FF2B5EF4-FFF2-40B4-BE49-F238E27FC236}">
                <a16:creationId xmlns:a16="http://schemas.microsoft.com/office/drawing/2014/main" id="{E2325B56-9429-4B0C-9E08-201D4CF8F23F}"/>
              </a:ext>
            </a:extLst>
          </p:cNvPr>
          <p:cNvSpPr txBox="1"/>
          <p:nvPr/>
        </p:nvSpPr>
        <p:spPr>
          <a:xfrm>
            <a:off x="7017375" y="3065085"/>
            <a:ext cx="1190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{ w, x, y, z }</a:t>
            </a:r>
          </a:p>
        </p:txBody>
      </p:sp>
      <p:cxnSp>
        <p:nvCxnSpPr>
          <p:cNvPr id="166" name="Connettore diritto 165">
            <a:extLst>
              <a:ext uri="{FF2B5EF4-FFF2-40B4-BE49-F238E27FC236}">
                <a16:creationId xmlns:a16="http://schemas.microsoft.com/office/drawing/2014/main" id="{92BD447D-9A6C-41BC-9767-8BBE4FA5DD51}"/>
              </a:ext>
            </a:extLst>
          </p:cNvPr>
          <p:cNvCxnSpPr>
            <a:cxnSpLocks/>
            <a:stCxn id="154" idx="0"/>
            <a:endCxn id="161" idx="2"/>
          </p:cNvCxnSpPr>
          <p:nvPr/>
        </p:nvCxnSpPr>
        <p:spPr>
          <a:xfrm flipV="1">
            <a:off x="5817320" y="4131151"/>
            <a:ext cx="327215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Connettore diritto 166">
            <a:extLst>
              <a:ext uri="{FF2B5EF4-FFF2-40B4-BE49-F238E27FC236}">
                <a16:creationId xmlns:a16="http://schemas.microsoft.com/office/drawing/2014/main" id="{3B27FCBC-B77D-4D49-97B9-D1DFA7CADE28}"/>
              </a:ext>
            </a:extLst>
          </p:cNvPr>
          <p:cNvCxnSpPr>
            <a:cxnSpLocks/>
            <a:stCxn id="154" idx="0"/>
            <a:endCxn id="162" idx="2"/>
          </p:cNvCxnSpPr>
          <p:nvPr/>
        </p:nvCxnSpPr>
        <p:spPr>
          <a:xfrm flipV="1">
            <a:off x="5817320" y="4131151"/>
            <a:ext cx="133537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Connettore diritto 167">
            <a:extLst>
              <a:ext uri="{FF2B5EF4-FFF2-40B4-BE49-F238E27FC236}">
                <a16:creationId xmlns:a16="http://schemas.microsoft.com/office/drawing/2014/main" id="{E6D9A336-B3FA-4FB3-8588-EE8EB95E120F}"/>
              </a:ext>
            </a:extLst>
          </p:cNvPr>
          <p:cNvCxnSpPr>
            <a:cxnSpLocks/>
            <a:stCxn id="154" idx="2"/>
            <a:endCxn id="149" idx="0"/>
          </p:cNvCxnSpPr>
          <p:nvPr/>
        </p:nvCxnSpPr>
        <p:spPr>
          <a:xfrm>
            <a:off x="5817320" y="4827885"/>
            <a:ext cx="99843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Connettore diritto 168">
            <a:extLst>
              <a:ext uri="{FF2B5EF4-FFF2-40B4-BE49-F238E27FC236}">
                <a16:creationId xmlns:a16="http://schemas.microsoft.com/office/drawing/2014/main" id="{86A1DD60-153E-480E-8E30-87A69AE794FA}"/>
              </a:ext>
            </a:extLst>
          </p:cNvPr>
          <p:cNvCxnSpPr>
            <a:cxnSpLocks/>
            <a:stCxn id="154" idx="2"/>
            <a:endCxn id="150" idx="0"/>
          </p:cNvCxnSpPr>
          <p:nvPr/>
        </p:nvCxnSpPr>
        <p:spPr>
          <a:xfrm>
            <a:off x="5817320" y="4827885"/>
            <a:ext cx="1563555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Connettore diritto 169">
            <a:extLst>
              <a:ext uri="{FF2B5EF4-FFF2-40B4-BE49-F238E27FC236}">
                <a16:creationId xmlns:a16="http://schemas.microsoft.com/office/drawing/2014/main" id="{339522BF-F23E-493E-A7D2-ED4A8E68AE62}"/>
              </a:ext>
            </a:extLst>
          </p:cNvPr>
          <p:cNvCxnSpPr>
            <a:cxnSpLocks/>
            <a:stCxn id="157" idx="2"/>
            <a:endCxn id="150" idx="0"/>
          </p:cNvCxnSpPr>
          <p:nvPr/>
        </p:nvCxnSpPr>
        <p:spPr>
          <a:xfrm flipH="1">
            <a:off x="7380875" y="4827885"/>
            <a:ext cx="66524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EB5D3A6-4D43-4DF6-8AE6-974D08D3810F}"/>
              </a:ext>
            </a:extLst>
          </p:cNvPr>
          <p:cNvCxnSpPr>
            <a:cxnSpLocks/>
            <a:stCxn id="158" idx="2"/>
            <a:endCxn id="150" idx="0"/>
          </p:cNvCxnSpPr>
          <p:nvPr/>
        </p:nvCxnSpPr>
        <p:spPr>
          <a:xfrm flipH="1">
            <a:off x="7380875" y="4827885"/>
            <a:ext cx="136858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Connettore diritto 171">
            <a:extLst>
              <a:ext uri="{FF2B5EF4-FFF2-40B4-BE49-F238E27FC236}">
                <a16:creationId xmlns:a16="http://schemas.microsoft.com/office/drawing/2014/main" id="{B69ED712-48AF-4BAA-BC18-2F4C3C6F2E01}"/>
              </a:ext>
            </a:extLst>
          </p:cNvPr>
          <p:cNvCxnSpPr>
            <a:cxnSpLocks/>
            <a:stCxn id="151" idx="0"/>
            <a:endCxn id="155" idx="2"/>
          </p:cNvCxnSpPr>
          <p:nvPr/>
        </p:nvCxnSpPr>
        <p:spPr>
          <a:xfrm flipH="1" flipV="1">
            <a:off x="6570578" y="4827885"/>
            <a:ext cx="1344956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Connettore diritto 172">
            <a:extLst>
              <a:ext uri="{FF2B5EF4-FFF2-40B4-BE49-F238E27FC236}">
                <a16:creationId xmlns:a16="http://schemas.microsoft.com/office/drawing/2014/main" id="{DFF42CC1-D964-4324-9037-C135FB77FB0C}"/>
              </a:ext>
            </a:extLst>
          </p:cNvPr>
          <p:cNvCxnSpPr>
            <a:cxnSpLocks/>
            <a:stCxn id="149" idx="0"/>
            <a:endCxn id="155" idx="2"/>
          </p:cNvCxnSpPr>
          <p:nvPr/>
        </p:nvCxnSpPr>
        <p:spPr>
          <a:xfrm flipH="1" flipV="1">
            <a:off x="6570578" y="4827885"/>
            <a:ext cx="245180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CBBCD69B-4299-4984-9D78-87E4AB1A967D}"/>
              </a:ext>
            </a:extLst>
          </p:cNvPr>
          <p:cNvCxnSpPr>
            <a:cxnSpLocks/>
            <a:stCxn id="149" idx="0"/>
            <a:endCxn id="156" idx="2"/>
          </p:cNvCxnSpPr>
          <p:nvPr/>
        </p:nvCxnSpPr>
        <p:spPr>
          <a:xfrm flipV="1">
            <a:off x="6815758" y="4827885"/>
            <a:ext cx="504070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Connettore diritto 174">
            <a:extLst>
              <a:ext uri="{FF2B5EF4-FFF2-40B4-BE49-F238E27FC236}">
                <a16:creationId xmlns:a16="http://schemas.microsoft.com/office/drawing/2014/main" id="{2207D8A2-0069-4A21-A744-C6CC22B50CB5}"/>
              </a:ext>
            </a:extLst>
          </p:cNvPr>
          <p:cNvCxnSpPr>
            <a:cxnSpLocks/>
            <a:stCxn id="152" idx="0"/>
            <a:endCxn id="156" idx="2"/>
          </p:cNvCxnSpPr>
          <p:nvPr/>
        </p:nvCxnSpPr>
        <p:spPr>
          <a:xfrm flipH="1" flipV="1">
            <a:off x="7319828" y="4827885"/>
            <a:ext cx="112635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A45F532-C08D-4852-9BD1-EE9FFDFB8DA4}"/>
              </a:ext>
            </a:extLst>
          </p:cNvPr>
          <p:cNvCxnSpPr>
            <a:cxnSpLocks/>
            <a:stCxn id="151" idx="0"/>
            <a:endCxn id="157" idx="2"/>
          </p:cNvCxnSpPr>
          <p:nvPr/>
        </p:nvCxnSpPr>
        <p:spPr>
          <a:xfrm flipV="1">
            <a:off x="7915534" y="4827885"/>
            <a:ext cx="13058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Connettore diritto 176">
            <a:extLst>
              <a:ext uri="{FF2B5EF4-FFF2-40B4-BE49-F238E27FC236}">
                <a16:creationId xmlns:a16="http://schemas.microsoft.com/office/drawing/2014/main" id="{33307C18-F49B-4DA5-BA54-1D90DD02478E}"/>
              </a:ext>
            </a:extLst>
          </p:cNvPr>
          <p:cNvCxnSpPr>
            <a:cxnSpLocks/>
            <a:stCxn id="152" idx="0"/>
            <a:endCxn id="158" idx="2"/>
          </p:cNvCxnSpPr>
          <p:nvPr/>
        </p:nvCxnSpPr>
        <p:spPr>
          <a:xfrm flipV="1">
            <a:off x="8446187" y="4827885"/>
            <a:ext cx="303276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Connettore diritto 177">
            <a:extLst>
              <a:ext uri="{FF2B5EF4-FFF2-40B4-BE49-F238E27FC236}">
                <a16:creationId xmlns:a16="http://schemas.microsoft.com/office/drawing/2014/main" id="{26F386D2-0FD8-4542-83A7-1951F00FDF3A}"/>
              </a:ext>
            </a:extLst>
          </p:cNvPr>
          <p:cNvCxnSpPr>
            <a:cxnSpLocks/>
            <a:stCxn id="152" idx="0"/>
            <a:endCxn id="159" idx="2"/>
          </p:cNvCxnSpPr>
          <p:nvPr/>
        </p:nvCxnSpPr>
        <p:spPr>
          <a:xfrm flipV="1">
            <a:off x="8446187" y="4827885"/>
            <a:ext cx="994367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Connettore diritto 178">
            <a:extLst>
              <a:ext uri="{FF2B5EF4-FFF2-40B4-BE49-F238E27FC236}">
                <a16:creationId xmlns:a16="http://schemas.microsoft.com/office/drawing/2014/main" id="{88E95A7F-C32C-4ED4-844B-33113CB8EAA5}"/>
              </a:ext>
            </a:extLst>
          </p:cNvPr>
          <p:cNvCxnSpPr>
            <a:cxnSpLocks/>
            <a:stCxn id="151" idx="0"/>
            <a:endCxn id="159" idx="2"/>
          </p:cNvCxnSpPr>
          <p:nvPr/>
        </p:nvCxnSpPr>
        <p:spPr>
          <a:xfrm flipV="1">
            <a:off x="7915534" y="4827885"/>
            <a:ext cx="1525020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Connettore diritto 179">
            <a:extLst>
              <a:ext uri="{FF2B5EF4-FFF2-40B4-BE49-F238E27FC236}">
                <a16:creationId xmlns:a16="http://schemas.microsoft.com/office/drawing/2014/main" id="{99C3B1A9-1509-477D-93CD-73EFE1D8FC48}"/>
              </a:ext>
            </a:extLst>
          </p:cNvPr>
          <p:cNvCxnSpPr>
            <a:cxnSpLocks/>
            <a:stCxn id="147" idx="0"/>
            <a:endCxn id="152" idx="2"/>
          </p:cNvCxnSpPr>
          <p:nvPr/>
        </p:nvCxnSpPr>
        <p:spPr>
          <a:xfrm flipV="1">
            <a:off x="7612538" y="5524619"/>
            <a:ext cx="833649" cy="327404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Connettore diritto 180">
            <a:extLst>
              <a:ext uri="{FF2B5EF4-FFF2-40B4-BE49-F238E27FC236}">
                <a16:creationId xmlns:a16="http://schemas.microsoft.com/office/drawing/2014/main" id="{A092A57B-B422-4FEC-B060-445A6B63ABE0}"/>
              </a:ext>
            </a:extLst>
          </p:cNvPr>
          <p:cNvCxnSpPr>
            <a:cxnSpLocks/>
            <a:stCxn id="147" idx="0"/>
            <a:endCxn id="151" idx="2"/>
          </p:cNvCxnSpPr>
          <p:nvPr/>
        </p:nvCxnSpPr>
        <p:spPr>
          <a:xfrm flipV="1">
            <a:off x="7612538" y="5524619"/>
            <a:ext cx="302996" cy="327404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Connettore diritto 181">
            <a:extLst>
              <a:ext uri="{FF2B5EF4-FFF2-40B4-BE49-F238E27FC236}">
                <a16:creationId xmlns:a16="http://schemas.microsoft.com/office/drawing/2014/main" id="{8AD36805-A958-446B-9BA3-31077E865116}"/>
              </a:ext>
            </a:extLst>
          </p:cNvPr>
          <p:cNvCxnSpPr>
            <a:cxnSpLocks/>
            <a:stCxn id="147" idx="0"/>
            <a:endCxn id="150" idx="2"/>
          </p:cNvCxnSpPr>
          <p:nvPr/>
        </p:nvCxnSpPr>
        <p:spPr>
          <a:xfrm flipH="1" flipV="1">
            <a:off x="7380875" y="5524619"/>
            <a:ext cx="231663" cy="327404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Connettore diritto 182">
            <a:extLst>
              <a:ext uri="{FF2B5EF4-FFF2-40B4-BE49-F238E27FC236}">
                <a16:creationId xmlns:a16="http://schemas.microsoft.com/office/drawing/2014/main" id="{E79734D5-43BA-422C-AD53-047D68582DAB}"/>
              </a:ext>
            </a:extLst>
          </p:cNvPr>
          <p:cNvCxnSpPr>
            <a:cxnSpLocks/>
            <a:stCxn id="147" idx="0"/>
            <a:endCxn id="149" idx="2"/>
          </p:cNvCxnSpPr>
          <p:nvPr/>
        </p:nvCxnSpPr>
        <p:spPr>
          <a:xfrm flipH="1" flipV="1">
            <a:off x="6815758" y="5524619"/>
            <a:ext cx="796780" cy="327404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Connettore diritto 183">
            <a:extLst>
              <a:ext uri="{FF2B5EF4-FFF2-40B4-BE49-F238E27FC236}">
                <a16:creationId xmlns:a16="http://schemas.microsoft.com/office/drawing/2014/main" id="{6D2B4158-AE58-4E45-BD46-5D39F4168062}"/>
              </a:ext>
            </a:extLst>
          </p:cNvPr>
          <p:cNvCxnSpPr>
            <a:cxnSpLocks/>
            <a:stCxn id="161" idx="2"/>
            <a:endCxn id="157" idx="0"/>
          </p:cNvCxnSpPr>
          <p:nvPr/>
        </p:nvCxnSpPr>
        <p:spPr>
          <a:xfrm>
            <a:off x="6144535" y="4131151"/>
            <a:ext cx="190158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B07399C2-4BFB-4444-8224-1210868089BC}"/>
              </a:ext>
            </a:extLst>
          </p:cNvPr>
          <p:cNvCxnSpPr>
            <a:cxnSpLocks/>
            <a:stCxn id="155" idx="0"/>
            <a:endCxn id="161" idx="2"/>
          </p:cNvCxnSpPr>
          <p:nvPr/>
        </p:nvCxnSpPr>
        <p:spPr>
          <a:xfrm flipH="1" flipV="1">
            <a:off x="6144535" y="4131151"/>
            <a:ext cx="426043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Connettore diritto 185">
            <a:extLst>
              <a:ext uri="{FF2B5EF4-FFF2-40B4-BE49-F238E27FC236}">
                <a16:creationId xmlns:a16="http://schemas.microsoft.com/office/drawing/2014/main" id="{338837ED-D2AD-4FEF-9312-2B537671D6FE}"/>
              </a:ext>
            </a:extLst>
          </p:cNvPr>
          <p:cNvCxnSpPr>
            <a:cxnSpLocks/>
            <a:stCxn id="155" idx="0"/>
            <a:endCxn id="163" idx="2"/>
          </p:cNvCxnSpPr>
          <p:nvPr/>
        </p:nvCxnSpPr>
        <p:spPr>
          <a:xfrm flipV="1">
            <a:off x="6570578" y="4131151"/>
            <a:ext cx="157803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Connettore diritto 186">
            <a:extLst>
              <a:ext uri="{FF2B5EF4-FFF2-40B4-BE49-F238E27FC236}">
                <a16:creationId xmlns:a16="http://schemas.microsoft.com/office/drawing/2014/main" id="{51F610CB-6A6D-4BAC-9766-9E8CAEC42832}"/>
              </a:ext>
            </a:extLst>
          </p:cNvPr>
          <p:cNvCxnSpPr>
            <a:cxnSpLocks/>
            <a:stCxn id="156" idx="0"/>
            <a:endCxn id="162" idx="2"/>
          </p:cNvCxnSpPr>
          <p:nvPr/>
        </p:nvCxnSpPr>
        <p:spPr>
          <a:xfrm flipH="1" flipV="1">
            <a:off x="7152699" y="4131151"/>
            <a:ext cx="16712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Connettore diritto 187">
            <a:extLst>
              <a:ext uri="{FF2B5EF4-FFF2-40B4-BE49-F238E27FC236}">
                <a16:creationId xmlns:a16="http://schemas.microsoft.com/office/drawing/2014/main" id="{9CAD9957-46C7-4D8E-90FD-911CBE03DD7A}"/>
              </a:ext>
            </a:extLst>
          </p:cNvPr>
          <p:cNvCxnSpPr>
            <a:cxnSpLocks/>
            <a:stCxn id="156" idx="0"/>
            <a:endCxn id="163" idx="2"/>
          </p:cNvCxnSpPr>
          <p:nvPr/>
        </p:nvCxnSpPr>
        <p:spPr>
          <a:xfrm flipV="1">
            <a:off x="7319828" y="4131151"/>
            <a:ext cx="82878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Connettore diritto 188">
            <a:extLst>
              <a:ext uri="{FF2B5EF4-FFF2-40B4-BE49-F238E27FC236}">
                <a16:creationId xmlns:a16="http://schemas.microsoft.com/office/drawing/2014/main" id="{9E067C71-A511-4543-A96E-F266FBC97C27}"/>
              </a:ext>
            </a:extLst>
          </p:cNvPr>
          <p:cNvCxnSpPr>
            <a:cxnSpLocks/>
            <a:stCxn id="157" idx="0"/>
            <a:endCxn id="164" idx="2"/>
          </p:cNvCxnSpPr>
          <p:nvPr/>
        </p:nvCxnSpPr>
        <p:spPr>
          <a:xfrm flipV="1">
            <a:off x="8046123" y="4131151"/>
            <a:ext cx="1069621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Connettore diritto 189">
            <a:extLst>
              <a:ext uri="{FF2B5EF4-FFF2-40B4-BE49-F238E27FC236}">
                <a16:creationId xmlns:a16="http://schemas.microsoft.com/office/drawing/2014/main" id="{D4EAEDC1-803E-411D-B316-414EE911C7AC}"/>
              </a:ext>
            </a:extLst>
          </p:cNvPr>
          <p:cNvCxnSpPr>
            <a:cxnSpLocks/>
            <a:stCxn id="162" idx="2"/>
            <a:endCxn id="158" idx="0"/>
          </p:cNvCxnSpPr>
          <p:nvPr/>
        </p:nvCxnSpPr>
        <p:spPr>
          <a:xfrm>
            <a:off x="7152699" y="4131151"/>
            <a:ext cx="1596764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6ABF512D-6389-4DFB-AE10-169BCF96D155}"/>
              </a:ext>
            </a:extLst>
          </p:cNvPr>
          <p:cNvCxnSpPr>
            <a:cxnSpLocks/>
            <a:stCxn id="164" idx="2"/>
            <a:endCxn id="158" idx="0"/>
          </p:cNvCxnSpPr>
          <p:nvPr/>
        </p:nvCxnSpPr>
        <p:spPr>
          <a:xfrm flipH="1">
            <a:off x="8749463" y="4131151"/>
            <a:ext cx="366281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Connettore diritto 191">
            <a:extLst>
              <a:ext uri="{FF2B5EF4-FFF2-40B4-BE49-F238E27FC236}">
                <a16:creationId xmlns:a16="http://schemas.microsoft.com/office/drawing/2014/main" id="{5078FE5E-21A6-4AB6-8877-23571056910A}"/>
              </a:ext>
            </a:extLst>
          </p:cNvPr>
          <p:cNvCxnSpPr>
            <a:cxnSpLocks/>
            <a:stCxn id="164" idx="2"/>
            <a:endCxn id="159" idx="0"/>
          </p:cNvCxnSpPr>
          <p:nvPr/>
        </p:nvCxnSpPr>
        <p:spPr>
          <a:xfrm>
            <a:off x="9115744" y="4131151"/>
            <a:ext cx="324810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EE6F9272-089B-495B-888C-D2E726EE1568}"/>
              </a:ext>
            </a:extLst>
          </p:cNvPr>
          <p:cNvCxnSpPr>
            <a:cxnSpLocks/>
            <a:stCxn id="163" idx="2"/>
            <a:endCxn id="159" idx="0"/>
          </p:cNvCxnSpPr>
          <p:nvPr/>
        </p:nvCxnSpPr>
        <p:spPr>
          <a:xfrm>
            <a:off x="8148616" y="4131151"/>
            <a:ext cx="129193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Connettore diritto 193">
            <a:extLst>
              <a:ext uri="{FF2B5EF4-FFF2-40B4-BE49-F238E27FC236}">
                <a16:creationId xmlns:a16="http://schemas.microsoft.com/office/drawing/2014/main" id="{4142F764-7DCB-4F12-B8C2-181CA7BDF145}"/>
              </a:ext>
            </a:extLst>
          </p:cNvPr>
          <p:cNvCxnSpPr>
            <a:cxnSpLocks/>
            <a:stCxn id="161" idx="0"/>
            <a:endCxn id="165" idx="2"/>
          </p:cNvCxnSpPr>
          <p:nvPr/>
        </p:nvCxnSpPr>
        <p:spPr>
          <a:xfrm flipV="1">
            <a:off x="6144535" y="3434417"/>
            <a:ext cx="1468003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Connettore diritto 194">
            <a:extLst>
              <a:ext uri="{FF2B5EF4-FFF2-40B4-BE49-F238E27FC236}">
                <a16:creationId xmlns:a16="http://schemas.microsoft.com/office/drawing/2014/main" id="{EE545B7F-9BE3-4212-96C0-2C878A5AFB78}"/>
              </a:ext>
            </a:extLst>
          </p:cNvPr>
          <p:cNvCxnSpPr>
            <a:cxnSpLocks/>
            <a:stCxn id="162" idx="0"/>
            <a:endCxn id="165" idx="2"/>
          </p:cNvCxnSpPr>
          <p:nvPr/>
        </p:nvCxnSpPr>
        <p:spPr>
          <a:xfrm flipV="1">
            <a:off x="7152699" y="3434417"/>
            <a:ext cx="459839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Connettore diritto 195">
            <a:extLst>
              <a:ext uri="{FF2B5EF4-FFF2-40B4-BE49-F238E27FC236}">
                <a16:creationId xmlns:a16="http://schemas.microsoft.com/office/drawing/2014/main" id="{C46E714D-77A8-4A36-A84D-FB9419FD7ECE}"/>
              </a:ext>
            </a:extLst>
          </p:cNvPr>
          <p:cNvCxnSpPr>
            <a:cxnSpLocks/>
            <a:stCxn id="163" idx="0"/>
            <a:endCxn id="165" idx="2"/>
          </p:cNvCxnSpPr>
          <p:nvPr/>
        </p:nvCxnSpPr>
        <p:spPr>
          <a:xfrm flipH="1" flipV="1">
            <a:off x="7612538" y="3434417"/>
            <a:ext cx="536078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88525FE8-2AA8-47D7-B734-BE6F616ED7F6}"/>
              </a:ext>
            </a:extLst>
          </p:cNvPr>
          <p:cNvCxnSpPr>
            <a:cxnSpLocks/>
            <a:stCxn id="164" idx="0"/>
            <a:endCxn id="165" idx="2"/>
          </p:cNvCxnSpPr>
          <p:nvPr/>
        </p:nvCxnSpPr>
        <p:spPr>
          <a:xfrm flipH="1" flipV="1">
            <a:off x="7612538" y="3434417"/>
            <a:ext cx="1503206" cy="327402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07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203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Helvetica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Matteo Francia</dc:creator>
  <cp:lastModifiedBy>Matteo Francia</cp:lastModifiedBy>
  <cp:revision>2</cp:revision>
  <dcterms:created xsi:type="dcterms:W3CDTF">2024-10-22T16:05:19Z</dcterms:created>
  <dcterms:modified xsi:type="dcterms:W3CDTF">2025-12-17T14:56:56Z</dcterms:modified>
</cp:coreProperties>
</file>